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54864" cy="54864"/>
          </a:xfrm>
          <a:prstGeom prst="ellipse">
            <a:avLst/>
          </a:prstGeom>
          <a:solidFill>
            <a:srgbClr val="FFFFFF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1005840"/>
            <a:ext cx="54864" cy="54864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0"/>
            <a:ext cx="54864" cy="54864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74720" y="1371600"/>
            <a:ext cx="36576" cy="36576"/>
          </a:xfrm>
          <a:prstGeom prst="ellipse">
            <a:avLst/>
          </a:prstGeom>
          <a:solidFill>
            <a:srgbClr val="FFFFFF">
              <a:alpha val="3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274320"/>
            <a:ext cx="54864" cy="54864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69280" y="822960"/>
            <a:ext cx="36576" cy="36576"/>
          </a:xfrm>
          <a:prstGeom prst="ellipse">
            <a:avLst/>
          </a:prstGeom>
          <a:solidFill>
            <a:srgbClr val="FFFFFF">
              <a:alpha val="47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32320" y="457200"/>
            <a:ext cx="36576" cy="36576"/>
          </a:xfrm>
          <a:prstGeom prst="ellipse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321040" y="109728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418320" y="64008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0" y="1188720"/>
            <a:ext cx="54864" cy="54864"/>
          </a:xfrm>
          <a:prstGeom prst="ellipse">
            <a:avLst/>
          </a:prstGeom>
          <a:solidFill>
            <a:srgbClr val="FFFFFF">
              <a:alpha val="33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704320" y="365760"/>
            <a:ext cx="36576" cy="36576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1920240"/>
            <a:ext cx="36576" cy="36576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737360" y="3108960"/>
            <a:ext cx="36576" cy="36576"/>
          </a:xfrm>
          <a:prstGeom prst="ellipse">
            <a:avLst/>
          </a:prstGeom>
          <a:solidFill>
            <a:srgbClr val="FFFFFF">
              <a:alpha val="27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926080" y="256032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206240" y="2834640"/>
            <a:ext cx="36576" cy="36576"/>
          </a:xfrm>
          <a:prstGeom prst="ellipse">
            <a:avLst/>
          </a:prstGeom>
          <a:solidFill>
            <a:srgbClr val="FFFFFF">
              <a:alpha val="29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77840" y="2286000"/>
            <a:ext cx="54864" cy="54864"/>
          </a:xfrm>
          <a:prstGeom prst="ellipse">
            <a:avLst/>
          </a:prstGeom>
          <a:solidFill>
            <a:srgbClr val="FFFFFF">
              <a:alpha val="43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75120" y="2743200"/>
            <a:ext cx="54864" cy="54864"/>
          </a:xfrm>
          <a:prstGeom prst="ellipse">
            <a:avLst/>
          </a:prstGeom>
          <a:solidFill>
            <a:srgbClr val="FFFFFF">
              <a:alpha val="27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046720" y="2103120"/>
            <a:ext cx="54864" cy="54864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235440" y="3017520"/>
            <a:ext cx="36576" cy="36576"/>
          </a:xfrm>
          <a:prstGeom prst="ellipse">
            <a:avLst/>
          </a:prstGeom>
          <a:solidFill>
            <a:srgbClr val="FFFFFF">
              <a:alpha val="29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789920" y="246888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0" y="2743200"/>
            <a:ext cx="36576" cy="36576"/>
          </a:xfrm>
          <a:prstGeom prst="ellipse">
            <a:avLst/>
          </a:prstGeom>
          <a:solidFill>
            <a:srgbClr val="FFFFFF">
              <a:alpha val="37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754880"/>
            <a:ext cx="36576" cy="36576"/>
          </a:xfrm>
          <a:prstGeom prst="ellipse">
            <a:avLst/>
          </a:prstGeom>
          <a:solidFill>
            <a:srgbClr val="FFFFFF">
              <a:alpha val="4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554480" y="4389120"/>
            <a:ext cx="36576" cy="36576"/>
          </a:xfrm>
          <a:prstGeom prst="ellipse">
            <a:avLst/>
          </a:prstGeom>
          <a:solidFill>
            <a:srgbClr val="FFFFFF">
              <a:alpha val="19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651760" y="5120640"/>
            <a:ext cx="54864" cy="54864"/>
          </a:xfrm>
          <a:prstGeom prst="ellipse">
            <a:avLst/>
          </a:prstGeom>
          <a:solidFill>
            <a:srgbClr val="FFFFFF">
              <a:alpha val="33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31920" y="4114800"/>
            <a:ext cx="36576" cy="36576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303520" y="493776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92240" y="4480560"/>
            <a:ext cx="54864" cy="54864"/>
          </a:xfrm>
          <a:prstGeom prst="ellipse">
            <a:avLst/>
          </a:prstGeom>
          <a:solidFill>
            <a:srgbClr val="FFFFFF">
              <a:alpha val="41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772400" y="5303520"/>
            <a:ext cx="54864" cy="54864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052560" y="4663440"/>
            <a:ext cx="36576" cy="36576"/>
          </a:xfrm>
          <a:prstGeom prst="ellipse">
            <a:avLst/>
          </a:prstGeom>
          <a:solidFill>
            <a:srgbClr val="FFFFFF">
              <a:alpha val="17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241280" y="5212080"/>
            <a:ext cx="54864" cy="54864"/>
          </a:xfrm>
          <a:prstGeom prst="ellipse">
            <a:avLst/>
          </a:prstGeom>
          <a:solidFill>
            <a:srgbClr val="FFFFFF">
              <a:alpha val="23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521440" y="4206240"/>
            <a:ext cx="54864" cy="54864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22960" y="6217920"/>
            <a:ext cx="54864" cy="54864"/>
          </a:xfrm>
          <a:prstGeom prst="ellipse">
            <a:avLst/>
          </a:prstGeom>
          <a:solidFill>
            <a:srgbClr val="FFFFFF">
              <a:alpha val="39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94560" y="5760720"/>
            <a:ext cx="36576" cy="36576"/>
          </a:xfrm>
          <a:prstGeom prst="ellipse">
            <a:avLst/>
          </a:prstGeom>
          <a:solidFill>
            <a:srgbClr val="FFFFFF">
              <a:alpha val="11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0" y="6309360"/>
            <a:ext cx="36576" cy="36576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29200" y="5943600"/>
            <a:ext cx="36576" cy="3657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309360" y="6492240"/>
            <a:ext cx="36576" cy="36576"/>
          </a:xfrm>
          <a:prstGeom prst="ellipse">
            <a:avLst/>
          </a:prstGeom>
          <a:solidFill>
            <a:srgbClr val="FFFFFF">
              <a:alpha val="31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589520" y="5669280"/>
            <a:ext cx="54864" cy="5486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869680" y="6217920"/>
            <a:ext cx="36576" cy="36576"/>
          </a:xfrm>
          <a:prstGeom prst="ellipse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058400" y="5852160"/>
            <a:ext cx="54864" cy="54864"/>
          </a:xfrm>
          <a:prstGeom prst="ellipse">
            <a:avLst/>
          </a:prstGeom>
          <a:solidFill>
            <a:srgbClr val="FFFFFF">
              <a:alpha val="37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155680" y="6400800"/>
            <a:ext cx="36576" cy="36576"/>
          </a:xfrm>
          <a:prstGeom prst="ellipse">
            <a:avLst/>
          </a:prstGeom>
          <a:solidFill>
            <a:srgbClr val="FFFFFF">
              <a:alpha val="46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65760" y="1463040"/>
            <a:ext cx="2743200" cy="2743200"/>
          </a:xfrm>
          <a:prstGeom prst="ellipse">
            <a:avLst/>
          </a:prstGeom>
          <a:solidFill>
            <a:srgbClr val="FDB813">
              <a:alpha val="25000"/>
            </a:srgbClr>
          </a:solidFill>
          <a:ln w="38100">
            <a:solidFill>
              <a:srgbClr val="FDB813"/>
            </a:solidFill>
            <a:prstDash val="solid"/>
          </a:ln>
          <a:effectLst>
            <a:outerShdw sx="100000" sy="100000" kx="0" ky="0" algn="bl" rotWithShape="0" blurRad="152400" dist="50800" dir="16200000">
              <a:srgbClr val="FDB813">
                <a:alpha val="4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14400" y="2011680"/>
            <a:ext cx="1645920" cy="1645920"/>
          </a:xfrm>
          <a:prstGeom prst="ellipse">
            <a:avLst/>
          </a:prstGeom>
          <a:solidFill>
            <a:srgbClr val="FDB813">
              <a:alpha val="50000"/>
            </a:srgbClr>
          </a:solidFill>
          <a:ln/>
          <a:effectLst>
            <a:outerShdw sx="100000" sy="100000" kx="0" ky="0" algn="bl" rotWithShape="0" blurRad="152400" dist="50800" dir="16200000">
              <a:srgbClr val="FDB813">
                <a:alpha val="4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-731520" y="1920240"/>
            <a:ext cx="5120640" cy="2011680"/>
          </a:xfrm>
          <a:prstGeom prst="ellipse">
            <a:avLst/>
          </a:prstGeom>
          <a:ln w="19050">
            <a:solidFill>
              <a:srgbClr val="FDB813">
                <a:alpha val="45000"/>
              </a:srgbClr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-1463040" y="1417320"/>
            <a:ext cx="6583680" cy="3108960"/>
          </a:xfrm>
          <a:prstGeom prst="ellipse">
            <a:avLst/>
          </a:prstGeom>
          <a:ln w="12700">
            <a:solidFill>
              <a:srgbClr val="7DE8FF">
                <a:alpha val="40000"/>
              </a:srgbClr>
            </a:solidFill>
            <a:prstDash val="lgDash"/>
          </a:ln>
        </p:spPr>
      </p:sp>
      <p:sp>
        <p:nvSpPr>
          <p:cNvPr id="46" name="Shape 44"/>
          <p:cNvSpPr/>
          <p:nvPr/>
        </p:nvSpPr>
        <p:spPr>
          <a:xfrm>
            <a:off x="-2194560" y="822960"/>
            <a:ext cx="8046720" cy="4389120"/>
          </a:xfrm>
          <a:prstGeom prst="ellipse">
            <a:avLst/>
          </a:prstGeom>
          <a:ln w="9525">
            <a:solidFill>
              <a:srgbClr val="FDB813">
                <a:alpha val="30000"/>
              </a:srgbClr>
            </a:solidFill>
            <a:prstDash val="dot"/>
          </a:ln>
        </p:spPr>
      </p:sp>
      <p:sp>
        <p:nvSpPr>
          <p:cNvPr id="47" name="Shape 45"/>
          <p:cNvSpPr/>
          <p:nvPr/>
        </p:nvSpPr>
        <p:spPr>
          <a:xfrm>
            <a:off x="4023360" y="1783080"/>
            <a:ext cx="201168" cy="201168"/>
          </a:xfrm>
          <a:prstGeom prst="ellipse">
            <a:avLst/>
          </a:prstGeom>
          <a:solidFill>
            <a:srgbClr val="4FC3F7"/>
          </a:solidFill>
          <a:ln/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20040" y="2880360"/>
            <a:ext cx="164592" cy="164592"/>
          </a:xfrm>
          <a:prstGeom prst="ellipse">
            <a:avLst/>
          </a:prstGeom>
          <a:solidFill>
            <a:srgbClr val="EF5350"/>
          </a:solidFill>
          <a:ln/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54880" y="1280160"/>
            <a:ext cx="146304" cy="146304"/>
          </a:xfrm>
          <a:prstGeom prst="ellipse">
            <a:avLst/>
          </a:prstGeom>
          <a:solidFill>
            <a:srgbClr val="7DE8FF"/>
          </a:solidFill>
          <a:ln/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194560" y="4572000"/>
            <a:ext cx="256032" cy="256032"/>
          </a:xfrm>
          <a:prstGeom prst="ellipse">
            <a:avLst/>
          </a:prstGeom>
          <a:solidFill>
            <a:srgbClr val="FF8C42"/>
          </a:solidFill>
          <a:ln/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846320" y="0"/>
            <a:ext cx="7315200" cy="6858000"/>
          </a:xfrm>
          <a:prstGeom prst="rect">
            <a:avLst/>
          </a:prstGeom>
          <a:solidFill>
            <a:srgbClr val="0A0A1A">
              <a:alpha val="8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0" y="1463040"/>
            <a:ext cx="685800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SYSTEM</a:t>
            </a:r>
            <a:endParaRPr lang="en-US" sz="5400" dirty="0"/>
          </a:p>
        </p:txBody>
      </p:sp>
      <p:sp>
        <p:nvSpPr>
          <p:cNvPr id="53" name="Text 51"/>
          <p:cNvSpPr/>
          <p:nvPr/>
        </p:nvSpPr>
        <p:spPr>
          <a:xfrm>
            <a:off x="5029200" y="2212848"/>
            <a:ext cx="685800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16200000">
              <a:srgbClr val="FDB813">
                <a:alpha val="4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DB8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 EXPLORER</a:t>
            </a:r>
            <a:endParaRPr lang="en-US" sz="5400" dirty="0"/>
          </a:p>
        </p:txBody>
      </p:sp>
      <p:sp>
        <p:nvSpPr>
          <p:cNvPr id="54" name="Text 52"/>
          <p:cNvSpPr/>
          <p:nvPr/>
        </p:nvSpPr>
        <p:spPr>
          <a:xfrm>
            <a:off x="5029200" y="31089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7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3D &amp; Augmented Reality Web Experience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5120640" y="3657600"/>
            <a:ext cx="6583680" cy="36576"/>
          </a:xfrm>
          <a:prstGeom prst="rect">
            <a:avLst/>
          </a:prstGeom>
          <a:solidFill>
            <a:srgbClr val="7DE8FF"/>
          </a:solidFill>
          <a:ln/>
        </p:spPr>
      </p:sp>
      <p:sp>
        <p:nvSpPr>
          <p:cNvPr id="56" name="Text 54"/>
          <p:cNvSpPr/>
          <p:nvPr/>
        </p:nvSpPr>
        <p:spPr>
          <a:xfrm>
            <a:off x="5029200" y="3840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Ashwin S  ·  Argho Kumar  ·  Ankur Goswami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029200" y="42519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u="sng" dirty="0">
                <a:solidFill>
                  <a:srgbClr val="FDB813"/>
                </a:solidFill>
                <a:uFill>
                  <a:solidFill>
                    <a:srgbClr val="FDB813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ar-solar-system.vercel.app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029200" y="6217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Project  ·  2024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36576" cy="36576"/>
          </a:xfrm>
          <a:prstGeom prst="ellipse">
            <a:avLst/>
          </a:prstGeom>
          <a:solidFill>
            <a:srgbClr val="FFFFFF">
              <a:alpha val="1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1005840"/>
            <a:ext cx="54864" cy="54864"/>
          </a:xfrm>
          <a:prstGeom prst="ellipse">
            <a:avLst/>
          </a:prstGeom>
          <a:solidFill>
            <a:srgbClr val="FFFFFF">
              <a:alpha val="21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0"/>
            <a:ext cx="54864" cy="54864"/>
          </a:xfrm>
          <a:prstGeom prst="ellipse">
            <a:avLst/>
          </a:prstGeom>
          <a:solidFill>
            <a:srgbClr val="FFFFFF">
              <a:alpha val="2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74720" y="137160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274320"/>
            <a:ext cx="36576" cy="36576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69280" y="822960"/>
            <a:ext cx="36576" cy="36576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32320" y="457200"/>
            <a:ext cx="54864" cy="54864"/>
          </a:xfrm>
          <a:prstGeom prst="ellipse">
            <a:avLst/>
          </a:prstGeom>
          <a:solidFill>
            <a:srgbClr val="FFFFFF">
              <a:alpha val="37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321040" y="1097280"/>
            <a:ext cx="36576" cy="36576"/>
          </a:xfrm>
          <a:prstGeom prst="ellipse">
            <a:avLst/>
          </a:prstGeom>
          <a:solidFill>
            <a:srgbClr val="FFFFFF">
              <a:alpha val="47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418320" y="640080"/>
            <a:ext cx="54864" cy="54864"/>
          </a:xfrm>
          <a:prstGeom prst="ellipse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0" y="118872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704320" y="365760"/>
            <a:ext cx="54864" cy="54864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1920240"/>
            <a:ext cx="54864" cy="54864"/>
          </a:xfrm>
          <a:prstGeom prst="ellipse">
            <a:avLst/>
          </a:prstGeom>
          <a:solidFill>
            <a:srgbClr val="FFFFFF">
              <a:alpha val="37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737360" y="3108960"/>
            <a:ext cx="36576" cy="36576"/>
          </a:xfrm>
          <a:prstGeom prst="ellipse">
            <a:avLst/>
          </a:prstGeom>
          <a:solidFill>
            <a:srgbClr val="FFFFFF">
              <a:alpha val="29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926080" y="2560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206240" y="2834640"/>
            <a:ext cx="54864" cy="54864"/>
          </a:xfrm>
          <a:prstGeom prst="ellipse">
            <a:avLst/>
          </a:prstGeom>
          <a:solidFill>
            <a:srgbClr val="FFFFFF">
              <a:alpha val="19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77840" y="2286000"/>
            <a:ext cx="36576" cy="36576"/>
          </a:xfrm>
          <a:prstGeom prst="ellipse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75120" y="2743200"/>
            <a:ext cx="54864" cy="54864"/>
          </a:xfrm>
          <a:prstGeom prst="ellipse">
            <a:avLst/>
          </a:prstGeom>
          <a:solidFill>
            <a:srgbClr val="FFFFFF">
              <a:alpha val="41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046720" y="2103120"/>
            <a:ext cx="36576" cy="36576"/>
          </a:xfrm>
          <a:prstGeom prst="ellipse">
            <a:avLst/>
          </a:prstGeom>
          <a:solidFill>
            <a:srgbClr val="FFFFFF">
              <a:alpha val="41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235440" y="3017520"/>
            <a:ext cx="36576" cy="36576"/>
          </a:xfrm>
          <a:prstGeom prst="ellipse">
            <a:avLst/>
          </a:prstGeom>
          <a:solidFill>
            <a:srgbClr val="FFFFFF">
              <a:alpha val="27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789920" y="2468880"/>
            <a:ext cx="36576" cy="36576"/>
          </a:xfrm>
          <a:prstGeom prst="ellipse">
            <a:avLst/>
          </a:prstGeom>
          <a:solidFill>
            <a:srgbClr val="FFFFFF">
              <a:alpha val="2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0" y="2743200"/>
            <a:ext cx="54864" cy="54864"/>
          </a:xfrm>
          <a:prstGeom prst="ellipse">
            <a:avLst/>
          </a:prstGeom>
          <a:solidFill>
            <a:srgbClr val="FFFFFF">
              <a:alpha val="26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754880"/>
            <a:ext cx="36576" cy="36576"/>
          </a:xfrm>
          <a:prstGeom prst="ellipse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554480" y="4389120"/>
            <a:ext cx="36576" cy="36576"/>
          </a:xfrm>
          <a:prstGeom prst="ellipse">
            <a:avLst/>
          </a:prstGeom>
          <a:solidFill>
            <a:srgbClr val="FFFFFF">
              <a:alpha val="27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651760" y="5120640"/>
            <a:ext cx="36576" cy="36576"/>
          </a:xfrm>
          <a:prstGeom prst="ellipse">
            <a:avLst/>
          </a:prstGeom>
          <a:solidFill>
            <a:srgbClr val="FFFFFF">
              <a:alpha val="27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31920" y="4114800"/>
            <a:ext cx="54864" cy="54864"/>
          </a:xfrm>
          <a:prstGeom prst="ellipse">
            <a:avLst/>
          </a:prstGeom>
          <a:solidFill>
            <a:srgbClr val="FFFFFF">
              <a:alpha val="17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303520" y="493776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92240" y="4480560"/>
            <a:ext cx="36576" cy="36576"/>
          </a:xfrm>
          <a:prstGeom prst="ellipse">
            <a:avLst/>
          </a:prstGeom>
          <a:solidFill>
            <a:srgbClr val="FFFFFF">
              <a:alpha val="39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772400" y="5303520"/>
            <a:ext cx="36576" cy="36576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052560" y="466344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241280" y="5212080"/>
            <a:ext cx="36576" cy="36576"/>
          </a:xfrm>
          <a:prstGeom prst="ellipse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521440" y="42062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22960" y="6217920"/>
            <a:ext cx="54864" cy="54864"/>
          </a:xfrm>
          <a:prstGeom prst="ellipse">
            <a:avLst/>
          </a:prstGeom>
          <a:solidFill>
            <a:srgbClr val="FFFFFF">
              <a:alpha val="26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94560" y="576072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0" y="6309360"/>
            <a:ext cx="36576" cy="36576"/>
          </a:xfrm>
          <a:prstGeom prst="ellipse">
            <a:avLst/>
          </a:prstGeom>
          <a:solidFill>
            <a:srgbClr val="FFFFFF">
              <a:alpha val="26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29200" y="5943600"/>
            <a:ext cx="36576" cy="36576"/>
          </a:xfrm>
          <a:prstGeom prst="ellipse">
            <a:avLst/>
          </a:prstGeom>
          <a:solidFill>
            <a:srgbClr val="FFFFFF">
              <a:alpha val="39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309360" y="6492240"/>
            <a:ext cx="36576" cy="36576"/>
          </a:xfrm>
          <a:prstGeom prst="ellipse">
            <a:avLst/>
          </a:prstGeom>
          <a:solidFill>
            <a:srgbClr val="FFFFFF">
              <a:alpha val="47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589520" y="5669280"/>
            <a:ext cx="36576" cy="36576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869680" y="6217920"/>
            <a:ext cx="36576" cy="36576"/>
          </a:xfrm>
          <a:prstGeom prst="ellipse">
            <a:avLst/>
          </a:prstGeom>
          <a:solidFill>
            <a:srgbClr val="FFFFFF">
              <a:alpha val="23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058400" y="5852160"/>
            <a:ext cx="36576" cy="36576"/>
          </a:xfrm>
          <a:prstGeom prst="ellipse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155680" y="6400800"/>
            <a:ext cx="36576" cy="36576"/>
          </a:xfrm>
          <a:prstGeom prst="ellipse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DB8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Solar System AR Explorer?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1115568"/>
            <a:ext cx="11430000" cy="36576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45" name="Shape 43"/>
          <p:cNvSpPr/>
          <p:nvPr/>
        </p:nvSpPr>
        <p:spPr>
          <a:xfrm>
            <a:off x="365760" y="1280160"/>
            <a:ext cx="5486400" cy="4114800"/>
          </a:xfrm>
          <a:prstGeom prst="rect">
            <a:avLst/>
          </a:prstGeom>
          <a:solidFill>
            <a:srgbClr val="12122A"/>
          </a:solidFill>
          <a:ln w="19050">
            <a:solidFill>
              <a:srgbClr val="FDB81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65760" y="1280160"/>
            <a:ext cx="91440" cy="4114800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47" name="Text 45"/>
          <p:cNvSpPr/>
          <p:nvPr/>
        </p:nvSpPr>
        <p:spPr>
          <a:xfrm>
            <a:off x="594360" y="1417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DB8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the Project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640080" y="1920240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interactive solar system built with modern web technologies, viewable in your browser or in Augmented Reality on your smartphone.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640080" y="2542032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all 8 planets and the Sun in 3D — click any planet to learn fascinating facts, statistics, and moon counts.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640080" y="3163824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true AR: place the entire solar system into your real-world environment using your phone's camera.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640080" y="3785616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Google Model Viewer, Three.js, and WebXR — no app download required.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640080" y="4407408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live on Vercel. Scan the QR code or visit the URL on any modern smartphone.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6126480" y="1280160"/>
            <a:ext cx="2423160" cy="2148840"/>
          </a:xfrm>
          <a:prstGeom prst="rect">
            <a:avLst/>
          </a:prstGeom>
          <a:solidFill>
            <a:srgbClr val="1A1A30"/>
          </a:solidFill>
          <a:ln w="25400">
            <a:solidFill>
              <a:srgbClr val="FDB81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126480" y="1554480"/>
            <a:ext cx="242316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DB8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4800" dirty="0"/>
          </a:p>
        </p:txBody>
      </p:sp>
      <p:sp>
        <p:nvSpPr>
          <p:cNvPr id="55" name="Text 53"/>
          <p:cNvSpPr/>
          <p:nvPr/>
        </p:nvSpPr>
        <p:spPr>
          <a:xfrm>
            <a:off x="6126480" y="25146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Planets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8229600" y="1353312"/>
            <a:ext cx="228600" cy="228600"/>
          </a:xfrm>
          <a:prstGeom prst="ellipse">
            <a:avLst/>
          </a:prstGeom>
          <a:solidFill>
            <a:srgbClr val="FDB813">
              <a:alpha val="5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732520" y="1280160"/>
            <a:ext cx="2423160" cy="2148840"/>
          </a:xfrm>
          <a:prstGeom prst="rect">
            <a:avLst/>
          </a:prstGeom>
          <a:solidFill>
            <a:srgbClr val="0E1A2A"/>
          </a:solidFill>
          <a:ln w="25400">
            <a:solidFill>
              <a:srgbClr val="7DE8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8732520" y="1554480"/>
            <a:ext cx="242316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D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4800" dirty="0"/>
          </a:p>
        </p:txBody>
      </p:sp>
      <p:sp>
        <p:nvSpPr>
          <p:cNvPr id="59" name="Text 57"/>
          <p:cNvSpPr/>
          <p:nvPr/>
        </p:nvSpPr>
        <p:spPr>
          <a:xfrm>
            <a:off x="8732520" y="25146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10835640" y="1353312"/>
            <a:ext cx="228600" cy="228600"/>
          </a:xfrm>
          <a:prstGeom prst="ellipse">
            <a:avLst/>
          </a:prstGeom>
          <a:solidFill>
            <a:srgbClr val="7DE8FF">
              <a:alpha val="5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126480" y="3611880"/>
            <a:ext cx="2423160" cy="2148840"/>
          </a:xfrm>
          <a:prstGeom prst="rect">
            <a:avLst/>
          </a:prstGeom>
          <a:solidFill>
            <a:srgbClr val="1A1A30"/>
          </a:solidFill>
          <a:ln w="25400">
            <a:solidFill>
              <a:srgbClr val="FDB81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6126480" y="3886200"/>
            <a:ext cx="242316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DB8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146+</a:t>
            </a:r>
            <a:endParaRPr lang="en-US" sz="4800" dirty="0"/>
          </a:p>
        </p:txBody>
      </p:sp>
      <p:sp>
        <p:nvSpPr>
          <p:cNvPr id="63" name="Text 61"/>
          <p:cNvSpPr/>
          <p:nvPr/>
        </p:nvSpPr>
        <p:spPr>
          <a:xfrm>
            <a:off x="6126480" y="48463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8229600" y="3685032"/>
            <a:ext cx="228600" cy="228600"/>
          </a:xfrm>
          <a:prstGeom prst="ellipse">
            <a:avLst/>
          </a:prstGeom>
          <a:solidFill>
            <a:srgbClr val="FDB813">
              <a:alpha val="5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732520" y="3611880"/>
            <a:ext cx="2423160" cy="2148840"/>
          </a:xfrm>
          <a:prstGeom prst="rect">
            <a:avLst/>
          </a:prstGeom>
          <a:solidFill>
            <a:srgbClr val="0E2A1A"/>
          </a:solidFill>
          <a:ln w="2540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8732520" y="3886200"/>
            <a:ext cx="242316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BB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4800" dirty="0"/>
          </a:p>
        </p:txBody>
      </p:sp>
      <p:sp>
        <p:nvSpPr>
          <p:cNvPr id="67" name="Text 65"/>
          <p:cNvSpPr/>
          <p:nvPr/>
        </p:nvSpPr>
        <p:spPr>
          <a:xfrm>
            <a:off x="8732520" y="48463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Web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10835640" y="3685032"/>
            <a:ext cx="228600" cy="228600"/>
          </a:xfrm>
          <a:prstGeom prst="ellipse">
            <a:avLst/>
          </a:prstGeom>
          <a:solidFill>
            <a:srgbClr val="66BB6A">
              <a:alpha val="5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cosmos — right from your browser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54864" cy="54864"/>
          </a:xfrm>
          <a:prstGeom prst="ellipse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1005840"/>
            <a:ext cx="54864" cy="54864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0"/>
            <a:ext cx="36576" cy="36576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74720" y="1371600"/>
            <a:ext cx="54864" cy="54864"/>
          </a:xfrm>
          <a:prstGeom prst="ellipse">
            <a:avLst/>
          </a:prstGeom>
          <a:solidFill>
            <a:srgbClr val="FFFFFF">
              <a:alpha val="2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274320"/>
            <a:ext cx="54864" cy="54864"/>
          </a:xfrm>
          <a:prstGeom prst="ellipse">
            <a:avLst/>
          </a:prstGeom>
          <a:solidFill>
            <a:srgbClr val="FFFFFF">
              <a:alpha val="41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69280" y="822960"/>
            <a:ext cx="36576" cy="36576"/>
          </a:xfrm>
          <a:prstGeom prst="ellipse">
            <a:avLst/>
          </a:prstGeom>
          <a:solidFill>
            <a:srgbClr val="FFFFFF">
              <a:alpha val="27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32320" y="45720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321040" y="1097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418320" y="640080"/>
            <a:ext cx="54864" cy="54864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0" y="1188720"/>
            <a:ext cx="36576" cy="36576"/>
          </a:xfrm>
          <a:prstGeom prst="ellipse">
            <a:avLst/>
          </a:prstGeom>
          <a:solidFill>
            <a:srgbClr val="FFFFFF">
              <a:alpha val="4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704320" y="365760"/>
            <a:ext cx="54864" cy="54864"/>
          </a:xfrm>
          <a:prstGeom prst="ellipse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1920240"/>
            <a:ext cx="36576" cy="36576"/>
          </a:xfrm>
          <a:prstGeom prst="ellipse">
            <a:avLst/>
          </a:prstGeom>
          <a:solidFill>
            <a:srgbClr val="FFFFFF">
              <a:alpha val="29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737360" y="3108960"/>
            <a:ext cx="36576" cy="36576"/>
          </a:xfrm>
          <a:prstGeom prst="ellipse">
            <a:avLst/>
          </a:prstGeom>
          <a:solidFill>
            <a:srgbClr val="FFFFFF">
              <a:alpha val="21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926080" y="2560320"/>
            <a:ext cx="36576" cy="36576"/>
          </a:xfrm>
          <a:prstGeom prst="ellipse">
            <a:avLst/>
          </a:prstGeom>
          <a:solidFill>
            <a:srgbClr val="FFFFFF">
              <a:alpha val="4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206240" y="2834640"/>
            <a:ext cx="54864" cy="54864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77840" y="2286000"/>
            <a:ext cx="36576" cy="36576"/>
          </a:xfrm>
          <a:prstGeom prst="ellipse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75120" y="274320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046720" y="210312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235440" y="3017520"/>
            <a:ext cx="36576" cy="36576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789920" y="2468880"/>
            <a:ext cx="36576" cy="36576"/>
          </a:xfrm>
          <a:prstGeom prst="ellipse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0" y="27432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754880"/>
            <a:ext cx="36576" cy="36576"/>
          </a:xfrm>
          <a:prstGeom prst="ellipse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554480" y="4389120"/>
            <a:ext cx="36576" cy="36576"/>
          </a:xfrm>
          <a:prstGeom prst="ellipse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651760" y="5120640"/>
            <a:ext cx="36576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31920" y="4114800"/>
            <a:ext cx="54864" cy="5486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303520" y="4937760"/>
            <a:ext cx="54864" cy="54864"/>
          </a:xfrm>
          <a:prstGeom prst="ellipse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92240" y="448056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772400" y="530352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052560" y="466344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241280" y="5212080"/>
            <a:ext cx="54864" cy="54864"/>
          </a:xfrm>
          <a:prstGeom prst="ellipse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521440" y="4206240"/>
            <a:ext cx="36576" cy="36576"/>
          </a:xfrm>
          <a:prstGeom prst="ellipse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22960" y="6217920"/>
            <a:ext cx="36576" cy="36576"/>
          </a:xfrm>
          <a:prstGeom prst="ellipse">
            <a:avLst/>
          </a:prstGeom>
          <a:solidFill>
            <a:srgbClr val="FFFFFF">
              <a:alpha val="47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94560" y="5760720"/>
            <a:ext cx="54864" cy="54864"/>
          </a:xfrm>
          <a:prstGeom prst="ellipse">
            <a:avLst/>
          </a:prstGeom>
          <a:solidFill>
            <a:srgbClr val="FFFFFF">
              <a:alpha val="37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0" y="6309360"/>
            <a:ext cx="36576" cy="36576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29200" y="594360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309360" y="6492240"/>
            <a:ext cx="36576" cy="36576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589520" y="5669280"/>
            <a:ext cx="36576" cy="36576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869680" y="6217920"/>
            <a:ext cx="36576" cy="36576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058400" y="5852160"/>
            <a:ext cx="36576" cy="36576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155680" y="6400800"/>
            <a:ext cx="36576" cy="36576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DB8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project stand out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1115568"/>
            <a:ext cx="11430000" cy="36576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45" name="Shape 43"/>
          <p:cNvSpPr/>
          <p:nvPr/>
        </p:nvSpPr>
        <p:spPr>
          <a:xfrm>
            <a:off x="365760" y="1325880"/>
            <a:ext cx="3657600" cy="1737360"/>
          </a:xfrm>
          <a:prstGeom prst="rect">
            <a:avLst/>
          </a:prstGeom>
          <a:solidFill>
            <a:srgbClr val="12122A"/>
          </a:solidFill>
          <a:ln w="19050">
            <a:solidFill>
              <a:srgbClr val="FDB81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65760" y="1325880"/>
            <a:ext cx="3657600" cy="73152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47" name="Shape 45"/>
          <p:cNvSpPr/>
          <p:nvPr/>
        </p:nvSpPr>
        <p:spPr>
          <a:xfrm>
            <a:off x="530352" y="1490472"/>
            <a:ext cx="594360" cy="594360"/>
          </a:xfrm>
          <a:prstGeom prst="ellipse">
            <a:avLst/>
          </a:prstGeom>
          <a:solidFill>
            <a:srgbClr val="FDB813">
              <a:alpha val="80000"/>
            </a:srgbClr>
          </a:solidFill>
          <a:ln w="12700">
            <a:solidFill>
              <a:srgbClr val="FDB81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0352" y="1508760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3D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207008" y="14904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B8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3D Interactive Model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30352" y="2167128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planets + Sun with realistic orbits rendered using Three.js &amp; WebGL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279392" y="1325880"/>
            <a:ext cx="3657600" cy="1737360"/>
          </a:xfrm>
          <a:prstGeom prst="rect">
            <a:avLst/>
          </a:prstGeom>
          <a:solidFill>
            <a:srgbClr val="12122A"/>
          </a:solidFill>
          <a:ln w="19050">
            <a:solidFill>
              <a:srgbClr val="7DE8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279392" y="1325880"/>
            <a:ext cx="3657600" cy="73152"/>
          </a:xfrm>
          <a:prstGeom prst="rect">
            <a:avLst/>
          </a:prstGeom>
          <a:solidFill>
            <a:srgbClr val="7DE8FF"/>
          </a:solidFill>
          <a:ln/>
        </p:spPr>
      </p:sp>
      <p:sp>
        <p:nvSpPr>
          <p:cNvPr id="53" name="Shape 51"/>
          <p:cNvSpPr/>
          <p:nvPr/>
        </p:nvSpPr>
        <p:spPr>
          <a:xfrm>
            <a:off x="4443984" y="1490472"/>
            <a:ext cx="594360" cy="594360"/>
          </a:xfrm>
          <a:prstGeom prst="ellipse">
            <a:avLst/>
          </a:prstGeom>
          <a:solidFill>
            <a:srgbClr val="7DE8FF">
              <a:alpha val="80000"/>
            </a:srgbClr>
          </a:solidFill>
          <a:ln w="12700">
            <a:solidFill>
              <a:srgbClr val="7DE8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43984" y="1508760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120640" y="14904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Augmented Reality Mode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4443984" y="2167128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 solar system in your room using WebXR — works on any modern phone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193024" y="1325880"/>
            <a:ext cx="3657600" cy="1737360"/>
          </a:xfrm>
          <a:prstGeom prst="rect">
            <a:avLst/>
          </a:prstGeom>
          <a:solidFill>
            <a:srgbClr val="12122A"/>
          </a:solidFill>
          <a:ln w="19050">
            <a:solidFill>
              <a:srgbClr val="FDB81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8193024" y="1325880"/>
            <a:ext cx="3657600" cy="73152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59" name="Shape 57"/>
          <p:cNvSpPr/>
          <p:nvPr/>
        </p:nvSpPr>
        <p:spPr>
          <a:xfrm>
            <a:off x="8357616" y="1490472"/>
            <a:ext cx="594360" cy="594360"/>
          </a:xfrm>
          <a:prstGeom prst="ellipse">
            <a:avLst/>
          </a:prstGeom>
          <a:solidFill>
            <a:srgbClr val="FDB813">
              <a:alpha val="80000"/>
            </a:srgbClr>
          </a:solidFill>
          <a:ln w="12700">
            <a:solidFill>
              <a:srgbClr val="FDB81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57616" y="1508760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9034272" y="14904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B8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Planet Info Cards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8357616" y="2167128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any planet for facts, diameter, distance from Sun, and moon count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65760" y="3264408"/>
            <a:ext cx="3657600" cy="1737360"/>
          </a:xfrm>
          <a:prstGeom prst="rect">
            <a:avLst/>
          </a:prstGeom>
          <a:solidFill>
            <a:srgbClr val="12122A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365760" y="3264408"/>
            <a:ext cx="3657600" cy="73152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65" name="Shape 63"/>
          <p:cNvSpPr/>
          <p:nvPr/>
        </p:nvSpPr>
        <p:spPr>
          <a:xfrm>
            <a:off x="530352" y="3429000"/>
            <a:ext cx="594360" cy="594360"/>
          </a:xfrm>
          <a:prstGeom prst="ellipse">
            <a:avLst/>
          </a:prstGeom>
          <a:solidFill>
            <a:srgbClr val="F5C842">
              <a:alpha val="80000"/>
            </a:srgbClr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0352" y="3447288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1207008" y="342900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Orbit Speed Control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530352" y="4105656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slider to speed up or slow down planetary orbits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279392" y="3264408"/>
            <a:ext cx="3657600" cy="1737360"/>
          </a:xfrm>
          <a:prstGeom prst="rect">
            <a:avLst/>
          </a:prstGeom>
          <a:solidFill>
            <a:srgbClr val="12122A"/>
          </a:solidFill>
          <a:ln w="19050">
            <a:solidFill>
              <a:srgbClr val="7DE8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279392" y="3264408"/>
            <a:ext cx="3657600" cy="73152"/>
          </a:xfrm>
          <a:prstGeom prst="rect">
            <a:avLst/>
          </a:prstGeom>
          <a:solidFill>
            <a:srgbClr val="7DE8FF"/>
          </a:solidFill>
          <a:ln/>
        </p:spPr>
      </p:sp>
      <p:sp>
        <p:nvSpPr>
          <p:cNvPr id="71" name="Shape 69"/>
          <p:cNvSpPr/>
          <p:nvPr/>
        </p:nvSpPr>
        <p:spPr>
          <a:xfrm>
            <a:off x="4443984" y="3429000"/>
            <a:ext cx="594360" cy="594360"/>
          </a:xfrm>
          <a:prstGeom prst="ellipse">
            <a:avLst/>
          </a:prstGeom>
          <a:solidFill>
            <a:srgbClr val="7DE8FF">
              <a:alpha val="80000"/>
            </a:srgbClr>
          </a:solidFill>
          <a:ln w="12700">
            <a:solidFill>
              <a:srgbClr val="7DE8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443984" y="3447288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120640" y="342900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Camera Follow Mode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4443984" y="4105656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planet to lock the camera and follow its orbital path in real time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193024" y="3264408"/>
            <a:ext cx="3657600" cy="1737360"/>
          </a:xfrm>
          <a:prstGeom prst="rect">
            <a:avLst/>
          </a:prstGeom>
          <a:solidFill>
            <a:srgbClr val="12122A"/>
          </a:solidFill>
          <a:ln w="19050">
            <a:solidFill>
              <a:srgbClr val="FDB81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8193024" y="3264408"/>
            <a:ext cx="3657600" cy="73152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77" name="Shape 75"/>
          <p:cNvSpPr/>
          <p:nvPr/>
        </p:nvSpPr>
        <p:spPr>
          <a:xfrm>
            <a:off x="8357616" y="3429000"/>
            <a:ext cx="594360" cy="594360"/>
          </a:xfrm>
          <a:prstGeom prst="ellipse">
            <a:avLst/>
          </a:prstGeom>
          <a:solidFill>
            <a:srgbClr val="FDB813">
              <a:alpha val="80000"/>
            </a:srgbClr>
          </a:solidFill>
          <a:ln w="12700">
            <a:solidFill>
              <a:srgbClr val="FDB81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357616" y="3447288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QR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9034272" y="342900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B8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QR Code Access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8357616" y="4105656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QR code for easy mobile access — no typing long URLs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DB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ar-solar-system.vercel.app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36576" cy="36576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1005840"/>
            <a:ext cx="36576" cy="36576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0"/>
            <a:ext cx="36576" cy="36576"/>
          </a:xfrm>
          <a:prstGeom prst="ellipse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74720" y="1371600"/>
            <a:ext cx="36576" cy="36576"/>
          </a:xfrm>
          <a:prstGeom prst="ellipse">
            <a:avLst/>
          </a:prstGeom>
          <a:solidFill>
            <a:srgbClr val="FFFFFF">
              <a:alpha val="43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274320"/>
            <a:ext cx="36576" cy="36576"/>
          </a:xfrm>
          <a:prstGeom prst="ellipse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69280" y="822960"/>
            <a:ext cx="54864" cy="54864"/>
          </a:xfrm>
          <a:prstGeom prst="ellipse">
            <a:avLst/>
          </a:prstGeom>
          <a:solidFill>
            <a:srgbClr val="FFFFFF">
              <a:alpha val="39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32320" y="457200"/>
            <a:ext cx="36576" cy="36576"/>
          </a:xfrm>
          <a:prstGeom prst="ellipse">
            <a:avLst/>
          </a:prstGeom>
          <a:solidFill>
            <a:srgbClr val="FFFFFF">
              <a:alpha val="39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321040" y="1097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418320" y="640080"/>
            <a:ext cx="36576" cy="36576"/>
          </a:xfrm>
          <a:prstGeom prst="ellipse">
            <a:avLst/>
          </a:prstGeom>
          <a:solidFill>
            <a:srgbClr val="FFFFFF">
              <a:alpha val="4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0" y="1188720"/>
            <a:ext cx="36576" cy="36576"/>
          </a:xfrm>
          <a:prstGeom prst="ellipse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704320" y="365760"/>
            <a:ext cx="54864" cy="54864"/>
          </a:xfrm>
          <a:prstGeom prst="ellipse">
            <a:avLst/>
          </a:prstGeom>
          <a:solidFill>
            <a:srgbClr val="FFFFFF">
              <a:alpha val="47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1920240"/>
            <a:ext cx="36576" cy="36576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737360" y="3108960"/>
            <a:ext cx="54864" cy="54864"/>
          </a:xfrm>
          <a:prstGeom prst="ellipse">
            <a:avLst/>
          </a:prstGeom>
          <a:solidFill>
            <a:srgbClr val="FFFFFF">
              <a:alpha val="11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926080" y="2560320"/>
            <a:ext cx="36576" cy="3657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206240" y="2834640"/>
            <a:ext cx="36576" cy="36576"/>
          </a:xfrm>
          <a:prstGeom prst="ellipse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77840" y="2286000"/>
            <a:ext cx="36576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75120" y="2743200"/>
            <a:ext cx="36576" cy="36576"/>
          </a:xfrm>
          <a:prstGeom prst="ellipse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046720" y="2103120"/>
            <a:ext cx="36576" cy="36576"/>
          </a:xfrm>
          <a:prstGeom prst="ellipse">
            <a:avLst/>
          </a:prstGeom>
          <a:solidFill>
            <a:srgbClr val="FFFFFF">
              <a:alpha val="17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235440" y="3017520"/>
            <a:ext cx="36576" cy="36576"/>
          </a:xfrm>
          <a:prstGeom prst="ellipse">
            <a:avLst/>
          </a:prstGeom>
          <a:solidFill>
            <a:srgbClr val="FFFFFF">
              <a:alpha val="2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789920" y="2468880"/>
            <a:ext cx="54864" cy="54864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0" y="274320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754880"/>
            <a:ext cx="36576" cy="36576"/>
          </a:xfrm>
          <a:prstGeom prst="ellipse">
            <a:avLst/>
          </a:prstGeom>
          <a:solidFill>
            <a:srgbClr val="FFFFFF">
              <a:alpha val="4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554480" y="438912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651760" y="5120640"/>
            <a:ext cx="54864" cy="5486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31920" y="4114800"/>
            <a:ext cx="36576" cy="36576"/>
          </a:xfrm>
          <a:prstGeom prst="ellipse">
            <a:avLst/>
          </a:prstGeom>
          <a:solidFill>
            <a:srgbClr val="FFFFFF">
              <a:alpha val="47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303520" y="4937760"/>
            <a:ext cx="54864" cy="54864"/>
          </a:xfrm>
          <a:prstGeom prst="ellipse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92240" y="4480560"/>
            <a:ext cx="54864" cy="54864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772400" y="5303520"/>
            <a:ext cx="36576" cy="36576"/>
          </a:xfrm>
          <a:prstGeom prst="ellipse">
            <a:avLst/>
          </a:prstGeom>
          <a:solidFill>
            <a:srgbClr val="FFFFFF">
              <a:alpha val="37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052560" y="4663440"/>
            <a:ext cx="36576" cy="3657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241280" y="5212080"/>
            <a:ext cx="36576" cy="36576"/>
          </a:xfrm>
          <a:prstGeom prst="ellipse">
            <a:avLst/>
          </a:prstGeom>
          <a:solidFill>
            <a:srgbClr val="FFFFFF">
              <a:alpha val="3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521440" y="42062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22960" y="6217920"/>
            <a:ext cx="36576" cy="36576"/>
          </a:xfrm>
          <a:prstGeom prst="ellipse">
            <a:avLst/>
          </a:prstGeom>
          <a:solidFill>
            <a:srgbClr val="FFFFFF">
              <a:alpha val="37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94560" y="5760720"/>
            <a:ext cx="54864" cy="54864"/>
          </a:xfrm>
          <a:prstGeom prst="ellipse">
            <a:avLst/>
          </a:prstGeom>
          <a:solidFill>
            <a:srgbClr val="FFFFFF">
              <a:alpha val="46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0" y="63093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29200" y="5943600"/>
            <a:ext cx="36576" cy="36576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309360" y="6492240"/>
            <a:ext cx="36576" cy="36576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589520" y="5669280"/>
            <a:ext cx="36576" cy="36576"/>
          </a:xfrm>
          <a:prstGeom prst="ellipse">
            <a:avLst/>
          </a:prstGeom>
          <a:solidFill>
            <a:srgbClr val="FFFFFF">
              <a:alpha val="37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869680" y="6217920"/>
            <a:ext cx="54864" cy="54864"/>
          </a:xfrm>
          <a:prstGeom prst="ellipse">
            <a:avLst/>
          </a:prstGeom>
          <a:solidFill>
            <a:srgbClr val="FFFFFF">
              <a:alpha val="11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058400" y="5852160"/>
            <a:ext cx="36576" cy="36576"/>
          </a:xfrm>
          <a:prstGeom prst="ellipse">
            <a:avLst/>
          </a:prstGeom>
          <a:solidFill>
            <a:srgbClr val="FFFFFF">
              <a:alpha val="37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155680" y="6400800"/>
            <a:ext cx="36576" cy="36576"/>
          </a:xfrm>
          <a:prstGeom prst="ellipse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DB8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modern open-source web technologies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1115568"/>
            <a:ext cx="11430000" cy="36576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12618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D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Technologies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365760" y="1737360"/>
            <a:ext cx="5486400" cy="868680"/>
          </a:xfrm>
          <a:prstGeom prst="rect">
            <a:avLst/>
          </a:prstGeom>
          <a:solidFill>
            <a:srgbClr val="12122A"/>
          </a:solidFill>
          <a:ln w="6350">
            <a:solidFill>
              <a:srgbClr val="FDB81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1737360"/>
            <a:ext cx="109728" cy="868680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" y="1792224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B8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HTML5 / CSS3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94360" y="2121408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markup, CSS variables, Flexbox/Grid layout, responsive design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65760" y="2743200"/>
            <a:ext cx="5486400" cy="868680"/>
          </a:xfrm>
          <a:prstGeom prst="rect">
            <a:avLst/>
          </a:prstGeom>
          <a:solidFill>
            <a:srgbClr val="12122A"/>
          </a:solidFill>
          <a:ln w="6350">
            <a:solidFill>
              <a:srgbClr val="7DE8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65760" y="2743200"/>
            <a:ext cx="109728" cy="868680"/>
          </a:xfrm>
          <a:prstGeom prst="rect">
            <a:avLst/>
          </a:prstGeom>
          <a:solidFill>
            <a:srgbClr val="7DE8FF"/>
          </a:solidFill>
          <a:ln/>
        </p:spPr>
      </p:sp>
      <p:sp>
        <p:nvSpPr>
          <p:cNvPr id="52" name="Text 50"/>
          <p:cNvSpPr/>
          <p:nvPr/>
        </p:nvSpPr>
        <p:spPr>
          <a:xfrm>
            <a:off x="594360" y="2798064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JavaScript ES6+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94360" y="3127248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Async/await, modules, DOM APIs, event-driven planet interactions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65760" y="3749040"/>
            <a:ext cx="5486400" cy="868680"/>
          </a:xfrm>
          <a:prstGeom prst="rect">
            <a:avLst/>
          </a:prstGeom>
          <a:solidFill>
            <a:srgbClr val="12122A"/>
          </a:solidFill>
          <a:ln w="6350">
            <a:solidFill>
              <a:srgbClr val="FDB81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65760" y="3749040"/>
            <a:ext cx="109728" cy="868680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56" name="Text 54"/>
          <p:cNvSpPr/>
          <p:nvPr/>
        </p:nvSpPr>
        <p:spPr>
          <a:xfrm>
            <a:off x="594360" y="3803904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B8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Model Viewer 3.5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94360" y="4133088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WebXR-powered AR, GLTF 3D model rendering, touch/gesture controls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365760" y="4754880"/>
            <a:ext cx="5486400" cy="868680"/>
          </a:xfrm>
          <a:prstGeom prst="rect">
            <a:avLst/>
          </a:prstGeom>
          <a:solidFill>
            <a:srgbClr val="12122A"/>
          </a:solidFill>
          <a:ln w="6350">
            <a:solidFill>
              <a:srgbClr val="7DE8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365760" y="4754880"/>
            <a:ext cx="109728" cy="868680"/>
          </a:xfrm>
          <a:prstGeom prst="rect">
            <a:avLst/>
          </a:prstGeom>
          <a:solidFill>
            <a:srgbClr val="7DE8FF"/>
          </a:solidFill>
          <a:ln/>
        </p:spPr>
      </p:sp>
      <p:sp>
        <p:nvSpPr>
          <p:cNvPr id="60" name="Text 58"/>
          <p:cNvSpPr/>
          <p:nvPr/>
        </p:nvSpPr>
        <p:spPr>
          <a:xfrm>
            <a:off x="594360" y="4809744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Three.js / WebXR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594360" y="5138928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starfield, orbital animation engine, camera follow system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6309360" y="12618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D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&amp; Deployment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6309360" y="1737360"/>
            <a:ext cx="5486400" cy="868680"/>
          </a:xfrm>
          <a:prstGeom prst="rect">
            <a:avLst/>
          </a:prstGeom>
          <a:solidFill>
            <a:srgbClr val="12122A"/>
          </a:solidFill>
          <a:ln w="6350">
            <a:solidFill>
              <a:srgbClr val="FDB81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309360" y="1737360"/>
            <a:ext cx="109728" cy="868680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65" name="Shape 63"/>
          <p:cNvSpPr/>
          <p:nvPr/>
        </p:nvSpPr>
        <p:spPr>
          <a:xfrm>
            <a:off x="6492240" y="1883664"/>
            <a:ext cx="548640" cy="548640"/>
          </a:xfrm>
          <a:prstGeom prst="ellipse">
            <a:avLst/>
          </a:prstGeom>
          <a:solidFill>
            <a:srgbClr val="FDB813">
              <a:alpha val="75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6492240" y="18836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7178040" y="179222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B8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Blender 3D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7178040" y="212140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GLTF solar system model: planets, rings, textures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6309360" y="2743200"/>
            <a:ext cx="5486400" cy="868680"/>
          </a:xfrm>
          <a:prstGeom prst="rect">
            <a:avLst/>
          </a:prstGeom>
          <a:solidFill>
            <a:srgbClr val="12122A"/>
          </a:solidFill>
          <a:ln w="6350">
            <a:solidFill>
              <a:srgbClr val="7DE8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309360" y="2743200"/>
            <a:ext cx="109728" cy="868680"/>
          </a:xfrm>
          <a:prstGeom prst="rect">
            <a:avLst/>
          </a:prstGeom>
          <a:solidFill>
            <a:srgbClr val="7DE8FF"/>
          </a:solidFill>
          <a:ln/>
        </p:spPr>
      </p:sp>
      <p:sp>
        <p:nvSpPr>
          <p:cNvPr id="71" name="Shape 69"/>
          <p:cNvSpPr/>
          <p:nvPr/>
        </p:nvSpPr>
        <p:spPr>
          <a:xfrm>
            <a:off x="6492240" y="2889504"/>
            <a:ext cx="548640" cy="548640"/>
          </a:xfrm>
          <a:prstGeom prst="ellipse">
            <a:avLst/>
          </a:prstGeom>
          <a:solidFill>
            <a:srgbClr val="7DE8FF">
              <a:alpha val="7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6492240" y="28895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7178040" y="279806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Vercel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7178040" y="312724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from GitHub, global CDN, HTTPS, custom domain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6309360" y="3749040"/>
            <a:ext cx="5486400" cy="868680"/>
          </a:xfrm>
          <a:prstGeom prst="rect">
            <a:avLst/>
          </a:prstGeom>
          <a:solidFill>
            <a:srgbClr val="12122A"/>
          </a:solidFill>
          <a:ln w="6350">
            <a:solidFill>
              <a:srgbClr val="FDB81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309360" y="3749040"/>
            <a:ext cx="109728" cy="868680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77" name="Shape 75"/>
          <p:cNvSpPr/>
          <p:nvPr/>
        </p:nvSpPr>
        <p:spPr>
          <a:xfrm>
            <a:off x="6492240" y="3895344"/>
            <a:ext cx="548640" cy="548640"/>
          </a:xfrm>
          <a:prstGeom prst="ellipse">
            <a:avLst/>
          </a:prstGeom>
          <a:solidFill>
            <a:srgbClr val="FDB813">
              <a:alpha val="75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6492240" y="38953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QR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7178040" y="380390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B8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QRCode.js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7178040" y="413308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QR generation for instant mobile access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6309360" y="4754880"/>
            <a:ext cx="5486400" cy="868680"/>
          </a:xfrm>
          <a:prstGeom prst="rect">
            <a:avLst/>
          </a:prstGeom>
          <a:solidFill>
            <a:srgbClr val="12122A"/>
          </a:solidFill>
          <a:ln w="6350">
            <a:solidFill>
              <a:srgbClr val="AAAAA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309360" y="4754880"/>
            <a:ext cx="109728" cy="868680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83" name="Shape 81"/>
          <p:cNvSpPr/>
          <p:nvPr/>
        </p:nvSpPr>
        <p:spPr>
          <a:xfrm>
            <a:off x="6492240" y="4901184"/>
            <a:ext cx="548640" cy="548640"/>
          </a:xfrm>
          <a:prstGeom prst="ellipse">
            <a:avLst/>
          </a:prstGeom>
          <a:solidFill>
            <a:srgbClr val="AAAAAA">
              <a:alpha val="75000"/>
            </a:srgbClr>
          </a:solidFill>
          <a:ln/>
        </p:spPr>
      </p:sp>
      <p:sp>
        <p:nvSpPr>
          <p:cNvPr id="84" name="Text 82"/>
          <p:cNvSpPr/>
          <p:nvPr/>
        </p:nvSpPr>
        <p:spPr>
          <a:xfrm>
            <a:off x="6492240" y="49011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400" dirty="0"/>
          </a:p>
        </p:txBody>
      </p:sp>
      <p:sp>
        <p:nvSpPr>
          <p:cNvPr id="85" name="Text 83"/>
          <p:cNvSpPr/>
          <p:nvPr/>
        </p:nvSpPr>
        <p:spPr>
          <a:xfrm>
            <a:off x="7178040" y="480974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1400" dirty="0"/>
          </a:p>
        </p:txBody>
      </p:sp>
      <p:sp>
        <p:nvSpPr>
          <p:cNvPr id="86" name="Text 84"/>
          <p:cNvSpPr/>
          <p:nvPr/>
        </p:nvSpPr>
        <p:spPr>
          <a:xfrm>
            <a:off x="7178040" y="513892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control, CI/CD trigger for Vercel deployments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6089904" y="1261872"/>
            <a:ext cx="36576" cy="4572000"/>
          </a:xfrm>
          <a:prstGeom prst="rect">
            <a:avLst/>
          </a:prstGeom>
          <a:solidFill>
            <a:srgbClr val="FDB813">
              <a:alpha val="40000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DB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ar-solar-system.vercel.app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36576" cy="36576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1005840"/>
            <a:ext cx="36576" cy="36576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0"/>
            <a:ext cx="36576" cy="36576"/>
          </a:xfrm>
          <a:prstGeom prst="ellipse">
            <a:avLst/>
          </a:prstGeom>
          <a:solidFill>
            <a:srgbClr val="FFFFFF">
              <a:alpha val="2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74720" y="1371600"/>
            <a:ext cx="54864" cy="54864"/>
          </a:xfrm>
          <a:prstGeom prst="ellipse">
            <a:avLst/>
          </a:prstGeom>
          <a:solidFill>
            <a:srgbClr val="FFFFFF">
              <a:alpha val="2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274320"/>
            <a:ext cx="54864" cy="54864"/>
          </a:xfrm>
          <a:prstGeom prst="ellipse">
            <a:avLst/>
          </a:prstGeom>
          <a:solidFill>
            <a:srgbClr val="FFFFFF">
              <a:alpha val="2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69280" y="82296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32320" y="45720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321040" y="1097280"/>
            <a:ext cx="36576" cy="36576"/>
          </a:xfrm>
          <a:prstGeom prst="ellipse">
            <a:avLst/>
          </a:prstGeom>
          <a:solidFill>
            <a:srgbClr val="FFFFFF">
              <a:alpha val="4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418320" y="640080"/>
            <a:ext cx="54864" cy="54864"/>
          </a:xfrm>
          <a:prstGeom prst="ellipse">
            <a:avLst/>
          </a:prstGeom>
          <a:solidFill>
            <a:srgbClr val="FFFFFF">
              <a:alpha val="33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0" y="1188720"/>
            <a:ext cx="36576" cy="36576"/>
          </a:xfrm>
          <a:prstGeom prst="ellipse">
            <a:avLst/>
          </a:prstGeom>
          <a:solidFill>
            <a:srgbClr val="FFFFFF">
              <a:alpha val="1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704320" y="365760"/>
            <a:ext cx="54864" cy="54864"/>
          </a:xfrm>
          <a:prstGeom prst="ellipse">
            <a:avLst/>
          </a:prstGeom>
          <a:solidFill>
            <a:srgbClr val="FFFFFF">
              <a:alpha val="17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1920240"/>
            <a:ext cx="36576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737360" y="3108960"/>
            <a:ext cx="36576" cy="36576"/>
          </a:xfrm>
          <a:prstGeom prst="ellipse">
            <a:avLst/>
          </a:prstGeom>
          <a:solidFill>
            <a:srgbClr val="FFFFFF">
              <a:alpha val="2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926080" y="2560320"/>
            <a:ext cx="36576" cy="36576"/>
          </a:xfrm>
          <a:prstGeom prst="ellipse">
            <a:avLst/>
          </a:prstGeom>
          <a:solidFill>
            <a:srgbClr val="FFFFFF">
              <a:alpha val="41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206240" y="2834640"/>
            <a:ext cx="36576" cy="36576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77840" y="2286000"/>
            <a:ext cx="36576" cy="36576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75120" y="2743200"/>
            <a:ext cx="36576" cy="36576"/>
          </a:xfrm>
          <a:prstGeom prst="ellipse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046720" y="2103120"/>
            <a:ext cx="54864" cy="54864"/>
          </a:xfrm>
          <a:prstGeom prst="ellipse">
            <a:avLst/>
          </a:prstGeom>
          <a:solidFill>
            <a:srgbClr val="FFFFFF">
              <a:alpha val="39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235440" y="3017520"/>
            <a:ext cx="54864" cy="54864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789920" y="246888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0" y="2743200"/>
            <a:ext cx="36576" cy="36576"/>
          </a:xfrm>
          <a:prstGeom prst="ellipse">
            <a:avLst/>
          </a:prstGeom>
          <a:solidFill>
            <a:srgbClr val="FFFFFF">
              <a:alpha val="33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754880"/>
            <a:ext cx="36576" cy="36576"/>
          </a:xfrm>
          <a:prstGeom prst="ellipse">
            <a:avLst/>
          </a:prstGeom>
          <a:solidFill>
            <a:srgbClr val="FFFFFF">
              <a:alpha val="29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554480" y="4389120"/>
            <a:ext cx="54864" cy="54864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651760" y="512064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31920" y="4114800"/>
            <a:ext cx="36576" cy="36576"/>
          </a:xfrm>
          <a:prstGeom prst="ellipse">
            <a:avLst/>
          </a:prstGeom>
          <a:solidFill>
            <a:srgbClr val="FFFFFF">
              <a:alpha val="4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303520" y="4937760"/>
            <a:ext cx="54864" cy="5486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92240" y="448056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772400" y="5303520"/>
            <a:ext cx="54864" cy="54864"/>
          </a:xfrm>
          <a:prstGeom prst="ellipse">
            <a:avLst/>
          </a:prstGeom>
          <a:solidFill>
            <a:srgbClr val="FFFFFF">
              <a:alpha val="31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052560" y="4663440"/>
            <a:ext cx="36576" cy="36576"/>
          </a:xfrm>
          <a:prstGeom prst="ellipse">
            <a:avLst/>
          </a:prstGeom>
          <a:solidFill>
            <a:srgbClr val="FFFFFF">
              <a:alpha val="17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241280" y="52120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521440" y="420624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22960" y="6217920"/>
            <a:ext cx="36576" cy="36576"/>
          </a:xfrm>
          <a:prstGeom prst="ellipse">
            <a:avLst/>
          </a:prstGeom>
          <a:solidFill>
            <a:srgbClr val="FFFFFF">
              <a:alpha val="46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94560" y="5760720"/>
            <a:ext cx="36576" cy="36576"/>
          </a:xfrm>
          <a:prstGeom prst="ellipse">
            <a:avLst/>
          </a:prstGeom>
          <a:solidFill>
            <a:srgbClr val="FFFFFF">
              <a:alpha val="37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0" y="630936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29200" y="5943600"/>
            <a:ext cx="36576" cy="36576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309360" y="6492240"/>
            <a:ext cx="36576" cy="36576"/>
          </a:xfrm>
          <a:prstGeom prst="ellipse">
            <a:avLst/>
          </a:prstGeom>
          <a:solidFill>
            <a:srgbClr val="FFFFFF">
              <a:alpha val="31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589520" y="5669280"/>
            <a:ext cx="36576" cy="36576"/>
          </a:xfrm>
          <a:prstGeom prst="ellipse">
            <a:avLst/>
          </a:prstGeom>
          <a:solidFill>
            <a:srgbClr val="FFFFFF">
              <a:alpha val="21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869680" y="6217920"/>
            <a:ext cx="36576" cy="36576"/>
          </a:xfrm>
          <a:prstGeom prst="ellipse">
            <a:avLst/>
          </a:prstGeom>
          <a:solidFill>
            <a:srgbClr val="FFFFFF">
              <a:alpha val="21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058400" y="5852160"/>
            <a:ext cx="54864" cy="54864"/>
          </a:xfrm>
          <a:prstGeom prst="ellipse">
            <a:avLst/>
          </a:prstGeom>
          <a:solidFill>
            <a:srgbClr val="FFFFFF">
              <a:alpha val="41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155680" y="6400800"/>
            <a:ext cx="54864" cy="54864"/>
          </a:xfrm>
          <a:prstGeom prst="ellipse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DB8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SOLAR SYSTEM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+ 8 planets — facts, orbits &amp; moon counts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1115568"/>
            <a:ext cx="11430000" cy="36576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45" name="Shape 43"/>
          <p:cNvSpPr/>
          <p:nvPr/>
        </p:nvSpPr>
        <p:spPr>
          <a:xfrm>
            <a:off x="365760" y="1298448"/>
            <a:ext cx="3657600" cy="1463040"/>
          </a:xfrm>
          <a:prstGeom prst="rect">
            <a:avLst/>
          </a:prstGeom>
          <a:solidFill>
            <a:srgbClr val="0E0E22"/>
          </a:solidFill>
          <a:ln w="19050">
            <a:solidFill>
              <a:srgbClr val="FDB81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65760" y="1298448"/>
            <a:ext cx="109728" cy="1463040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47" name="Shape 45"/>
          <p:cNvSpPr/>
          <p:nvPr/>
        </p:nvSpPr>
        <p:spPr>
          <a:xfrm>
            <a:off x="594360" y="1499616"/>
            <a:ext cx="502920" cy="502920"/>
          </a:xfrm>
          <a:prstGeom prst="ellipse">
            <a:avLst/>
          </a:prstGeom>
          <a:solidFill>
            <a:srgbClr val="FDB813">
              <a:alpha val="90000"/>
            </a:srgbClr>
          </a:solidFill>
          <a:ln w="19050">
            <a:solidFill>
              <a:srgbClr val="FDB81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1216152" y="13898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DB8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48640" y="2011680"/>
            <a:ext cx="3364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99.86% of solar system mass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355848" y="1426464"/>
            <a:ext cx="566928" cy="329184"/>
          </a:xfrm>
          <a:prstGeom prst="rect">
            <a:avLst/>
          </a:prstGeom>
          <a:solidFill>
            <a:srgbClr val="0A0A1A"/>
          </a:solidFill>
          <a:ln w="12700">
            <a:solidFill>
              <a:srgbClr val="FDB81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55848" y="1426464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DB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—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251960" y="1298448"/>
            <a:ext cx="3657600" cy="1463040"/>
          </a:xfrm>
          <a:prstGeom prst="rect">
            <a:avLst/>
          </a:prstGeom>
          <a:solidFill>
            <a:srgbClr val="0E0E22"/>
          </a:solidFill>
          <a:ln w="19050">
            <a:solidFill>
              <a:srgbClr val="9E9E9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251960" y="1298448"/>
            <a:ext cx="109728" cy="1463040"/>
          </a:xfrm>
          <a:prstGeom prst="rect">
            <a:avLst/>
          </a:prstGeom>
          <a:solidFill>
            <a:srgbClr val="9E9E9E"/>
          </a:solidFill>
          <a:ln/>
        </p:spPr>
      </p:sp>
      <p:sp>
        <p:nvSpPr>
          <p:cNvPr id="54" name="Shape 52"/>
          <p:cNvSpPr/>
          <p:nvPr/>
        </p:nvSpPr>
        <p:spPr>
          <a:xfrm>
            <a:off x="4480560" y="1499616"/>
            <a:ext cx="502920" cy="502920"/>
          </a:xfrm>
          <a:prstGeom prst="ellipse">
            <a:avLst/>
          </a:prstGeom>
          <a:solidFill>
            <a:srgbClr val="9E9E9E">
              <a:alpha val="90000"/>
            </a:srgbClr>
          </a:solidFill>
          <a:ln w="19050">
            <a:solidFill>
              <a:srgbClr val="9E9E9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5102352" y="13898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9E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Mercury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434840" y="2011680"/>
            <a:ext cx="3364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planet · 3.2m orbit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242048" y="1426464"/>
            <a:ext cx="566928" cy="329184"/>
          </a:xfrm>
          <a:prstGeom prst="rect">
            <a:avLst/>
          </a:prstGeom>
          <a:solidFill>
            <a:srgbClr val="0A0A1A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42048" y="1426464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138160" y="1298448"/>
            <a:ext cx="3657600" cy="1463040"/>
          </a:xfrm>
          <a:prstGeom prst="rect">
            <a:avLst/>
          </a:prstGeom>
          <a:solidFill>
            <a:srgbClr val="0E0E22"/>
          </a:solidFill>
          <a:ln w="19050">
            <a:solidFill>
              <a:srgbClr val="E8C07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8138160" y="1298448"/>
            <a:ext cx="109728" cy="1463040"/>
          </a:xfrm>
          <a:prstGeom prst="rect">
            <a:avLst/>
          </a:prstGeom>
          <a:solidFill>
            <a:srgbClr val="E8C07D"/>
          </a:solidFill>
          <a:ln/>
        </p:spPr>
      </p:sp>
      <p:sp>
        <p:nvSpPr>
          <p:cNvPr id="61" name="Shape 59"/>
          <p:cNvSpPr/>
          <p:nvPr/>
        </p:nvSpPr>
        <p:spPr>
          <a:xfrm>
            <a:off x="8366760" y="1499616"/>
            <a:ext cx="502920" cy="502920"/>
          </a:xfrm>
          <a:prstGeom prst="ellipse">
            <a:avLst/>
          </a:prstGeom>
          <a:solidFill>
            <a:srgbClr val="E8C07D">
              <a:alpha val="90000"/>
            </a:srgbClr>
          </a:solidFill>
          <a:ln w="19050">
            <a:solidFill>
              <a:srgbClr val="E8C07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8988552" y="13898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0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Venus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321040" y="2011680"/>
            <a:ext cx="3364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Hottest planet · rotates backwards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1128248" y="1426464"/>
            <a:ext cx="566928" cy="329184"/>
          </a:xfrm>
          <a:prstGeom prst="rect">
            <a:avLst/>
          </a:prstGeom>
          <a:solidFill>
            <a:srgbClr val="0A0A1A"/>
          </a:solidFill>
          <a:ln w="12700">
            <a:solidFill>
              <a:srgbClr val="E8C07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128248" y="1426464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0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65760" y="2907792"/>
            <a:ext cx="3657600" cy="1463040"/>
          </a:xfrm>
          <a:prstGeom prst="rect">
            <a:avLst/>
          </a:prstGeom>
          <a:solidFill>
            <a:srgbClr val="0E0E22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65760" y="2907792"/>
            <a:ext cx="109728" cy="14630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68" name="Shape 66"/>
          <p:cNvSpPr/>
          <p:nvPr/>
        </p:nvSpPr>
        <p:spPr>
          <a:xfrm>
            <a:off x="594360" y="3108960"/>
            <a:ext cx="502920" cy="502920"/>
          </a:xfrm>
          <a:prstGeom prst="ellipse">
            <a:avLst/>
          </a:prstGeom>
          <a:solidFill>
            <a:srgbClr val="4FC3F7">
              <a:alpha val="90000"/>
            </a:srgbClr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1216152" y="29992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Earth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548640" y="3621024"/>
            <a:ext cx="3364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confirmed life &amp; liquid water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355848" y="3035808"/>
            <a:ext cx="566928" cy="329184"/>
          </a:xfrm>
          <a:prstGeom prst="rect">
            <a:avLst/>
          </a:prstGeom>
          <a:solidFill>
            <a:srgbClr val="0A0A1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355848" y="3035808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1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251960" y="2907792"/>
            <a:ext cx="3657600" cy="1463040"/>
          </a:xfrm>
          <a:prstGeom prst="rect">
            <a:avLst/>
          </a:prstGeom>
          <a:solidFill>
            <a:srgbClr val="0E0E22"/>
          </a:solidFill>
          <a:ln w="19050">
            <a:solidFill>
              <a:srgbClr val="EF535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4251960" y="2907792"/>
            <a:ext cx="109728" cy="146304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75" name="Shape 73"/>
          <p:cNvSpPr/>
          <p:nvPr/>
        </p:nvSpPr>
        <p:spPr>
          <a:xfrm>
            <a:off x="4480560" y="3108960"/>
            <a:ext cx="502920" cy="502920"/>
          </a:xfrm>
          <a:prstGeom prst="ellipse">
            <a:avLst/>
          </a:prstGeom>
          <a:solidFill>
            <a:srgbClr val="EF5350">
              <a:alpha val="90000"/>
            </a:srgbClr>
          </a:solidFill>
          <a:ln w="19050">
            <a:solidFill>
              <a:srgbClr val="EF535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5102352" y="29992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Mars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4434840" y="3621024"/>
            <a:ext cx="3364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Olympus Mons — 21.9 km volcano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7242048" y="3035808"/>
            <a:ext cx="566928" cy="329184"/>
          </a:xfrm>
          <a:prstGeom prst="rect">
            <a:avLst/>
          </a:prstGeom>
          <a:solidFill>
            <a:srgbClr val="0A0A1A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242048" y="3035808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2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8138160" y="2907792"/>
            <a:ext cx="3657600" cy="1463040"/>
          </a:xfrm>
          <a:prstGeom prst="rect">
            <a:avLst/>
          </a:prstGeom>
          <a:solidFill>
            <a:srgbClr val="0E0E22"/>
          </a:solidFill>
          <a:ln w="19050">
            <a:solidFill>
              <a:srgbClr val="FF8C4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8138160" y="2907792"/>
            <a:ext cx="109728" cy="146304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82" name="Shape 80"/>
          <p:cNvSpPr/>
          <p:nvPr/>
        </p:nvSpPr>
        <p:spPr>
          <a:xfrm>
            <a:off x="8366760" y="3108960"/>
            <a:ext cx="502920" cy="502920"/>
          </a:xfrm>
          <a:prstGeom prst="ellipse">
            <a:avLst/>
          </a:prstGeom>
          <a:solidFill>
            <a:srgbClr val="FF8C42">
              <a:alpha val="90000"/>
            </a:srgbClr>
          </a:solidFill>
          <a:ln w="19050">
            <a:solidFill>
              <a:srgbClr val="FF8C4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8988552" y="29992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Jupiter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8321040" y="3621024"/>
            <a:ext cx="3364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Red Spot: 350+ year storm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11128248" y="3035808"/>
            <a:ext cx="566928" cy="329184"/>
          </a:xfrm>
          <a:prstGeom prst="rect">
            <a:avLst/>
          </a:prstGeom>
          <a:solidFill>
            <a:srgbClr val="0A0A1A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1128248" y="3035808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95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365760" y="4517136"/>
            <a:ext cx="3657600" cy="1463040"/>
          </a:xfrm>
          <a:prstGeom prst="rect">
            <a:avLst/>
          </a:prstGeom>
          <a:solidFill>
            <a:srgbClr val="0E0E22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365760" y="4517136"/>
            <a:ext cx="109728" cy="146304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89" name="Shape 87"/>
          <p:cNvSpPr/>
          <p:nvPr/>
        </p:nvSpPr>
        <p:spPr>
          <a:xfrm>
            <a:off x="594360" y="4718304"/>
            <a:ext cx="502920" cy="502920"/>
          </a:xfrm>
          <a:prstGeom prst="ellipse">
            <a:avLst/>
          </a:prstGeom>
          <a:solidFill>
            <a:srgbClr val="F5C842">
              <a:alpha val="90000"/>
            </a:srgbClr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1216152" y="460857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Saturn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548640" y="5230368"/>
            <a:ext cx="3364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dense — would float on water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3355848" y="4645152"/>
            <a:ext cx="566928" cy="329184"/>
          </a:xfrm>
          <a:prstGeom prst="rect">
            <a:avLst/>
          </a:prstGeom>
          <a:solidFill>
            <a:srgbClr val="0A0A1A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355848" y="4645152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146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251960" y="4517136"/>
            <a:ext cx="3657600" cy="1463040"/>
          </a:xfrm>
          <a:prstGeom prst="rect">
            <a:avLst/>
          </a:prstGeom>
          <a:solidFill>
            <a:srgbClr val="0E0E22"/>
          </a:solidFill>
          <a:ln w="19050">
            <a:solidFill>
              <a:srgbClr val="7DE8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4251960" y="4517136"/>
            <a:ext cx="109728" cy="1463040"/>
          </a:xfrm>
          <a:prstGeom prst="rect">
            <a:avLst/>
          </a:prstGeom>
          <a:solidFill>
            <a:srgbClr val="7DE8FF"/>
          </a:solidFill>
          <a:ln/>
        </p:spPr>
      </p:sp>
      <p:sp>
        <p:nvSpPr>
          <p:cNvPr id="96" name="Shape 94"/>
          <p:cNvSpPr/>
          <p:nvPr/>
        </p:nvSpPr>
        <p:spPr>
          <a:xfrm>
            <a:off x="4480560" y="4718304"/>
            <a:ext cx="502920" cy="502920"/>
          </a:xfrm>
          <a:prstGeom prst="ellipse">
            <a:avLst/>
          </a:prstGeom>
          <a:solidFill>
            <a:srgbClr val="7DE8FF">
              <a:alpha val="90000"/>
            </a:srgbClr>
          </a:solidFill>
          <a:ln w="19050">
            <a:solidFill>
              <a:srgbClr val="7DE8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97" name="Text 95"/>
          <p:cNvSpPr/>
          <p:nvPr/>
        </p:nvSpPr>
        <p:spPr>
          <a:xfrm>
            <a:off x="5102352" y="460857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D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Uranus</a:t>
            </a:r>
            <a:endParaRPr lang="en-US" sz="1600" dirty="0"/>
          </a:p>
        </p:txBody>
      </p:sp>
      <p:sp>
        <p:nvSpPr>
          <p:cNvPr id="98" name="Text 96"/>
          <p:cNvSpPr/>
          <p:nvPr/>
        </p:nvSpPr>
        <p:spPr>
          <a:xfrm>
            <a:off x="4434840" y="5230368"/>
            <a:ext cx="3364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Tilted 98° — orbits on its side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7242048" y="4645152"/>
            <a:ext cx="566928" cy="329184"/>
          </a:xfrm>
          <a:prstGeom prst="rect">
            <a:avLst/>
          </a:prstGeom>
          <a:solidFill>
            <a:srgbClr val="0A0A1A"/>
          </a:solidFill>
          <a:ln w="12700">
            <a:solidFill>
              <a:srgbClr val="7DE8F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242048" y="4645152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27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8138160" y="4517136"/>
            <a:ext cx="3657600" cy="1463040"/>
          </a:xfrm>
          <a:prstGeom prst="rect">
            <a:avLst/>
          </a:prstGeom>
          <a:solidFill>
            <a:srgbClr val="0E0E22"/>
          </a:solidFill>
          <a:ln w="19050">
            <a:solidFill>
              <a:srgbClr val="3D6BC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8138160" y="4517136"/>
            <a:ext cx="109728" cy="1463040"/>
          </a:xfrm>
          <a:prstGeom prst="rect">
            <a:avLst/>
          </a:prstGeom>
          <a:solidFill>
            <a:srgbClr val="3D6BC4"/>
          </a:solidFill>
          <a:ln/>
        </p:spPr>
      </p:sp>
      <p:sp>
        <p:nvSpPr>
          <p:cNvPr id="103" name="Shape 101"/>
          <p:cNvSpPr/>
          <p:nvPr/>
        </p:nvSpPr>
        <p:spPr>
          <a:xfrm>
            <a:off x="8366760" y="4718304"/>
            <a:ext cx="502920" cy="502920"/>
          </a:xfrm>
          <a:prstGeom prst="ellipse">
            <a:avLst/>
          </a:prstGeom>
          <a:solidFill>
            <a:srgbClr val="3D6BC4">
              <a:alpha val="90000"/>
            </a:srgbClr>
          </a:solidFill>
          <a:ln w="19050">
            <a:solidFill>
              <a:srgbClr val="3D6BC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104" name="Text 102"/>
          <p:cNvSpPr/>
          <p:nvPr/>
        </p:nvSpPr>
        <p:spPr>
          <a:xfrm>
            <a:off x="8988552" y="460857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6B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Neptune</a:t>
            </a:r>
            <a:endParaRPr lang="en-US" sz="1600" dirty="0"/>
          </a:p>
        </p:txBody>
      </p:sp>
      <p:sp>
        <p:nvSpPr>
          <p:cNvPr id="105" name="Text 103"/>
          <p:cNvSpPr/>
          <p:nvPr/>
        </p:nvSpPr>
        <p:spPr>
          <a:xfrm>
            <a:off x="8321040" y="5230368"/>
            <a:ext cx="3364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winds: 2,100 km/h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11128248" y="4645152"/>
            <a:ext cx="566928" cy="329184"/>
          </a:xfrm>
          <a:prstGeom prst="rect">
            <a:avLst/>
          </a:prstGeom>
          <a:solidFill>
            <a:srgbClr val="0A0A1A"/>
          </a:solidFill>
          <a:ln w="12700">
            <a:solidFill>
              <a:srgbClr val="3D6BC4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1128248" y="4645152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6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54864" cy="54864"/>
          </a:xfrm>
          <a:prstGeom prst="ellipse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1005840"/>
            <a:ext cx="36576" cy="36576"/>
          </a:xfrm>
          <a:prstGeom prst="ellipse">
            <a:avLst/>
          </a:prstGeom>
          <a:solidFill>
            <a:srgbClr val="FFFFFF">
              <a:alpha val="2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0"/>
            <a:ext cx="36576" cy="36576"/>
          </a:xfrm>
          <a:prstGeom prst="ellipse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74720" y="13716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274320"/>
            <a:ext cx="36576" cy="36576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69280" y="822960"/>
            <a:ext cx="54864" cy="54864"/>
          </a:xfrm>
          <a:prstGeom prst="ellipse">
            <a:avLst/>
          </a:prstGeom>
          <a:solidFill>
            <a:srgbClr val="FFFFFF">
              <a:alpha val="29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32320" y="45720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321040" y="109728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418320" y="6400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0" y="1188720"/>
            <a:ext cx="36576" cy="36576"/>
          </a:xfrm>
          <a:prstGeom prst="ellipse">
            <a:avLst/>
          </a:prstGeom>
          <a:solidFill>
            <a:srgbClr val="FFFFFF">
              <a:alpha val="27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704320" y="365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1920240"/>
            <a:ext cx="54864" cy="54864"/>
          </a:xfrm>
          <a:prstGeom prst="ellipse">
            <a:avLst/>
          </a:prstGeom>
          <a:solidFill>
            <a:srgbClr val="FFFFFF">
              <a:alpha val="4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737360" y="310896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926080" y="256032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206240" y="2834640"/>
            <a:ext cx="36576" cy="36576"/>
          </a:xfrm>
          <a:prstGeom prst="ellipse">
            <a:avLst/>
          </a:prstGeom>
          <a:solidFill>
            <a:srgbClr val="FFFFFF">
              <a:alpha val="4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77840" y="2286000"/>
            <a:ext cx="54864" cy="54864"/>
          </a:xfrm>
          <a:prstGeom prst="ellipse">
            <a:avLst/>
          </a:prstGeom>
          <a:solidFill>
            <a:srgbClr val="FFFFFF">
              <a:alpha val="4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75120" y="2743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046720" y="210312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235440" y="30175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789920" y="2468880"/>
            <a:ext cx="54864" cy="54864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0" y="2743200"/>
            <a:ext cx="36576" cy="36576"/>
          </a:xfrm>
          <a:prstGeom prst="ellipse">
            <a:avLst/>
          </a:prstGeom>
          <a:solidFill>
            <a:srgbClr val="FFFFFF">
              <a:alpha val="39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75488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554480" y="4389120"/>
            <a:ext cx="36576" cy="36576"/>
          </a:xfrm>
          <a:prstGeom prst="ellipse">
            <a:avLst/>
          </a:prstGeom>
          <a:solidFill>
            <a:srgbClr val="FFFFFF">
              <a:alpha val="47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651760" y="5120640"/>
            <a:ext cx="54864" cy="54864"/>
          </a:xfrm>
          <a:prstGeom prst="ellipse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31920" y="411480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303520" y="493776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92240" y="4480560"/>
            <a:ext cx="36576" cy="36576"/>
          </a:xfrm>
          <a:prstGeom prst="ellipse">
            <a:avLst/>
          </a:prstGeom>
          <a:solidFill>
            <a:srgbClr val="FFFFFF">
              <a:alpha val="21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772400" y="530352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052560" y="4663440"/>
            <a:ext cx="36576" cy="36576"/>
          </a:xfrm>
          <a:prstGeom prst="ellipse">
            <a:avLst/>
          </a:prstGeom>
          <a:solidFill>
            <a:srgbClr val="FFFFFF">
              <a:alpha val="47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241280" y="5212080"/>
            <a:ext cx="36576" cy="36576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521440" y="4206240"/>
            <a:ext cx="36576" cy="36576"/>
          </a:xfrm>
          <a:prstGeom prst="ellipse">
            <a:avLst/>
          </a:prstGeom>
          <a:solidFill>
            <a:srgbClr val="FFFFFF">
              <a:alpha val="47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22960" y="6217920"/>
            <a:ext cx="36576" cy="36576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94560" y="5760720"/>
            <a:ext cx="36576" cy="36576"/>
          </a:xfrm>
          <a:prstGeom prst="ellipse">
            <a:avLst/>
          </a:prstGeom>
          <a:solidFill>
            <a:srgbClr val="FFFFFF">
              <a:alpha val="11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0" y="6309360"/>
            <a:ext cx="54864" cy="54864"/>
          </a:xfrm>
          <a:prstGeom prst="ellipse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29200" y="594360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309360" y="6492240"/>
            <a:ext cx="36576" cy="36576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589520" y="5669280"/>
            <a:ext cx="54864" cy="54864"/>
          </a:xfrm>
          <a:prstGeom prst="ellipse">
            <a:avLst/>
          </a:prstGeom>
          <a:solidFill>
            <a:srgbClr val="FFFFFF">
              <a:alpha val="47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869680" y="6217920"/>
            <a:ext cx="36576" cy="36576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058400" y="5852160"/>
            <a:ext cx="54864" cy="54864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155680" y="6400800"/>
            <a:ext cx="36576" cy="36576"/>
          </a:xfrm>
          <a:prstGeom prst="ellipse">
            <a:avLst/>
          </a:prstGeom>
          <a:solidFill>
            <a:srgbClr val="FFFFFF">
              <a:alpha val="43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DB8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AUGMENTED REALITY MODE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 solar system in your real-world environment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1115568"/>
            <a:ext cx="11430000" cy="36576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12801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D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AR Mode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365760" y="1810512"/>
            <a:ext cx="566928" cy="566928"/>
          </a:xfrm>
          <a:prstGeom prst="ellipse">
            <a:avLst/>
          </a:prstGeom>
          <a:solidFill>
            <a:srgbClr val="FDB813"/>
          </a:solidFill>
          <a:ln/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65760" y="18105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078992" y="1810512"/>
            <a:ext cx="5120640" cy="566928"/>
          </a:xfrm>
          <a:prstGeom prst="rect">
            <a:avLst/>
          </a:prstGeom>
          <a:solidFill>
            <a:srgbClr val="12122A"/>
          </a:solidFill>
          <a:ln w="9525">
            <a:solidFill>
              <a:srgbClr val="FDB813">
                <a:alpha val="6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170432" y="1828800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ar-solar-system.vercel.app on your smartphone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21792" y="2377440"/>
            <a:ext cx="54864" cy="283464"/>
          </a:xfrm>
          <a:prstGeom prst="rect">
            <a:avLst/>
          </a:prstGeom>
          <a:solidFill>
            <a:srgbClr val="FDB813">
              <a:alpha val="5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365760" y="2660904"/>
            <a:ext cx="566928" cy="566928"/>
          </a:xfrm>
          <a:prstGeom prst="ellipse">
            <a:avLst/>
          </a:prstGeom>
          <a:solidFill>
            <a:srgbClr val="FDB813"/>
          </a:solidFill>
          <a:ln/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65760" y="26609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078992" y="2660904"/>
            <a:ext cx="5120640" cy="566928"/>
          </a:xfrm>
          <a:prstGeom prst="rect">
            <a:avLst/>
          </a:prstGeom>
          <a:solidFill>
            <a:srgbClr val="12122A"/>
          </a:solidFill>
          <a:ln w="9525">
            <a:solidFill>
              <a:srgbClr val="FDB813">
                <a:alpha val="6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1170432" y="2679192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"View in AR" button powered by Google Model Viewer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21792" y="3227832"/>
            <a:ext cx="54864" cy="283464"/>
          </a:xfrm>
          <a:prstGeom prst="rect">
            <a:avLst/>
          </a:prstGeom>
          <a:solidFill>
            <a:srgbClr val="FDB813">
              <a:alpha val="5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65760" y="3511296"/>
            <a:ext cx="566928" cy="566928"/>
          </a:xfrm>
          <a:prstGeom prst="ellipse">
            <a:avLst/>
          </a:prstGeom>
          <a:solidFill>
            <a:srgbClr val="FDB813"/>
          </a:solidFill>
          <a:ln/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65760" y="35112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078992" y="3511296"/>
            <a:ext cx="5120640" cy="566928"/>
          </a:xfrm>
          <a:prstGeom prst="rect">
            <a:avLst/>
          </a:prstGeom>
          <a:solidFill>
            <a:srgbClr val="12122A"/>
          </a:solidFill>
          <a:ln w="9525">
            <a:solidFill>
              <a:srgbClr val="FDB813">
                <a:alpha val="6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1170432" y="3529584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your phone camera at a flat surface (floor, table)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21792" y="4078224"/>
            <a:ext cx="54864" cy="283464"/>
          </a:xfrm>
          <a:prstGeom prst="rect">
            <a:avLst/>
          </a:prstGeom>
          <a:solidFill>
            <a:srgbClr val="FDB813">
              <a:alpha val="5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365760" y="4361688"/>
            <a:ext cx="566928" cy="566928"/>
          </a:xfrm>
          <a:prstGeom prst="ellipse">
            <a:avLst/>
          </a:prstGeom>
          <a:solidFill>
            <a:srgbClr val="FDB813"/>
          </a:solidFill>
          <a:ln/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365760" y="43616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078992" y="4361688"/>
            <a:ext cx="5120640" cy="566928"/>
          </a:xfrm>
          <a:prstGeom prst="rect">
            <a:avLst/>
          </a:prstGeom>
          <a:solidFill>
            <a:srgbClr val="12122A"/>
          </a:solidFill>
          <a:ln w="9525">
            <a:solidFill>
              <a:srgbClr val="FDB813">
                <a:alpha val="6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1170432" y="4379976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place the entire solar system in your environment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21792" y="4928616"/>
            <a:ext cx="54864" cy="283464"/>
          </a:xfrm>
          <a:prstGeom prst="rect">
            <a:avLst/>
          </a:prstGeom>
          <a:solidFill>
            <a:srgbClr val="FDB813">
              <a:alpha val="5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365760" y="5212080"/>
            <a:ext cx="566928" cy="566928"/>
          </a:xfrm>
          <a:prstGeom prst="ellipse">
            <a:avLst/>
          </a:prstGeom>
          <a:solidFill>
            <a:srgbClr val="FDB813"/>
          </a:solidFill>
          <a:ln/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365760" y="5212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078992" y="5212080"/>
            <a:ext cx="5120640" cy="566928"/>
          </a:xfrm>
          <a:prstGeom prst="rect">
            <a:avLst/>
          </a:prstGeom>
          <a:solidFill>
            <a:srgbClr val="12122A"/>
          </a:solidFill>
          <a:ln w="9525">
            <a:solidFill>
              <a:srgbClr val="FDB813">
                <a:alpha val="6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1170432" y="5230368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around it — explore the scale of the cosmos in AR!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365760" y="6053328"/>
            <a:ext cx="5833872" cy="502920"/>
          </a:xfrm>
          <a:prstGeom prst="rect">
            <a:avLst/>
          </a:prstGeom>
          <a:solidFill>
            <a:srgbClr val="0E1A2A"/>
          </a:solidFill>
          <a:ln w="12700">
            <a:solidFill>
              <a:srgbClr val="7DE8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6053328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WebXR Device API · Google Model Viewer 3.5.0 · Works on Android &amp; iOS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955280" y="1234440"/>
            <a:ext cx="2926080" cy="5029200"/>
          </a:xfrm>
          <a:prstGeom prst="roundRect">
            <a:avLst>
              <a:gd name="adj" fmla="val 10938"/>
            </a:avLst>
          </a:prstGeom>
          <a:solidFill>
            <a:srgbClr val="1A1A30"/>
          </a:solidFill>
          <a:ln w="38100">
            <a:solidFill>
              <a:srgbClr val="FDB81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8156448" y="1645920"/>
            <a:ext cx="2523744" cy="4206240"/>
          </a:xfrm>
          <a:prstGeom prst="rect">
            <a:avLst/>
          </a:prstGeom>
          <a:solidFill>
            <a:srgbClr val="060612"/>
          </a:solidFill>
          <a:ln w="12700">
            <a:solidFill>
              <a:srgbClr val="0E0E2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281160" y="1371600"/>
            <a:ext cx="274320" cy="1828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5" name="Shape 73"/>
          <p:cNvSpPr/>
          <p:nvPr/>
        </p:nvSpPr>
        <p:spPr>
          <a:xfrm>
            <a:off x="8961120" y="6007608"/>
            <a:ext cx="914400" cy="91440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76" name="Shape 74"/>
          <p:cNvSpPr/>
          <p:nvPr/>
        </p:nvSpPr>
        <p:spPr>
          <a:xfrm>
            <a:off x="8869680" y="2331720"/>
            <a:ext cx="2560320" cy="2560320"/>
          </a:xfrm>
          <a:prstGeom prst="ellipse">
            <a:avLst/>
          </a:prstGeom>
          <a:solidFill>
            <a:srgbClr val="FDB813">
              <a:alpha val="12000"/>
            </a:srgbClr>
          </a:solidFill>
          <a:ln w="12700">
            <a:solidFill>
              <a:srgbClr val="FDB813"/>
            </a:solidFill>
            <a:prstDash val="dash"/>
          </a:ln>
        </p:spPr>
      </p:sp>
      <p:sp>
        <p:nvSpPr>
          <p:cNvPr id="77" name="Text 75"/>
          <p:cNvSpPr/>
          <p:nvPr/>
        </p:nvSpPr>
        <p:spPr>
          <a:xfrm>
            <a:off x="8156448" y="2697480"/>
            <a:ext cx="2523744" cy="164592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16200000">
              <a:srgbClr val="FDB813">
                <a:alpha val="4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DB8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7200" dirty="0"/>
          </a:p>
        </p:txBody>
      </p:sp>
      <p:sp>
        <p:nvSpPr>
          <p:cNvPr id="78" name="Text 76"/>
          <p:cNvSpPr/>
          <p:nvPr/>
        </p:nvSpPr>
        <p:spPr>
          <a:xfrm>
            <a:off x="8156448" y="425196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7D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SYSTEM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8275320" y="4663440"/>
            <a:ext cx="2286000" cy="457200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80" name="Text 78"/>
          <p:cNvSpPr/>
          <p:nvPr/>
        </p:nvSpPr>
        <p:spPr>
          <a:xfrm>
            <a:off x="8275320" y="4663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 in AR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7223760" y="2331720"/>
            <a:ext cx="4389120" cy="2834640"/>
          </a:xfrm>
          <a:prstGeom prst="ellipse">
            <a:avLst/>
          </a:prstGeom>
          <a:ln w="9525">
            <a:solidFill>
              <a:srgbClr val="7DE8FF">
                <a:alpha val="35000"/>
              </a:srgbClr>
            </a:solidFill>
            <a:prstDash val="lgDash"/>
          </a:ln>
        </p:spPr>
      </p:sp>
      <p:sp>
        <p:nvSpPr>
          <p:cNvPr id="82" name="Shape 80"/>
          <p:cNvSpPr/>
          <p:nvPr/>
        </p:nvSpPr>
        <p:spPr>
          <a:xfrm>
            <a:off x="6858000" y="1874520"/>
            <a:ext cx="5120640" cy="3749040"/>
          </a:xfrm>
          <a:prstGeom prst="ellipse">
            <a:avLst/>
          </a:prstGeom>
          <a:ln w="6350">
            <a:solidFill>
              <a:srgbClr val="FDB813">
                <a:alpha val="30000"/>
              </a:srgbClr>
            </a:solidFill>
            <a:prstDash val="dot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36576" cy="36576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1005840"/>
            <a:ext cx="54864" cy="54864"/>
          </a:xfrm>
          <a:prstGeom prst="ellipse">
            <a:avLst/>
          </a:prstGeom>
          <a:solidFill>
            <a:srgbClr val="FFFFFF">
              <a:alpha val="3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0"/>
            <a:ext cx="36576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74720" y="1371600"/>
            <a:ext cx="36576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274320"/>
            <a:ext cx="36576" cy="36576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69280" y="822960"/>
            <a:ext cx="54864" cy="54864"/>
          </a:xfrm>
          <a:prstGeom prst="ellipse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32320" y="45720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321040" y="1097280"/>
            <a:ext cx="54864" cy="5486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418320" y="640080"/>
            <a:ext cx="36576" cy="36576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0" y="1188720"/>
            <a:ext cx="36576" cy="36576"/>
          </a:xfrm>
          <a:prstGeom prst="ellipse">
            <a:avLst/>
          </a:prstGeom>
          <a:solidFill>
            <a:srgbClr val="FFFFFF">
              <a:alpha val="3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704320" y="365760"/>
            <a:ext cx="36576" cy="36576"/>
          </a:xfrm>
          <a:prstGeom prst="ellipse">
            <a:avLst/>
          </a:prstGeom>
          <a:solidFill>
            <a:srgbClr val="FFFFFF">
              <a:alpha val="31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1920240"/>
            <a:ext cx="36576" cy="36576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737360" y="3108960"/>
            <a:ext cx="36576" cy="36576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926080" y="2560320"/>
            <a:ext cx="36576" cy="36576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206240" y="2834640"/>
            <a:ext cx="36576" cy="36576"/>
          </a:xfrm>
          <a:prstGeom prst="ellipse">
            <a:avLst/>
          </a:prstGeom>
          <a:solidFill>
            <a:srgbClr val="FFFFFF">
              <a:alpha val="43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77840" y="2286000"/>
            <a:ext cx="54864" cy="54864"/>
          </a:xfrm>
          <a:prstGeom prst="ellipse">
            <a:avLst/>
          </a:prstGeom>
          <a:solidFill>
            <a:srgbClr val="FFFFFF">
              <a:alpha val="43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75120" y="2743200"/>
            <a:ext cx="36576" cy="36576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046720" y="2103120"/>
            <a:ext cx="36576" cy="36576"/>
          </a:xfrm>
          <a:prstGeom prst="ellipse">
            <a:avLst/>
          </a:prstGeom>
          <a:solidFill>
            <a:srgbClr val="FFFFFF">
              <a:alpha val="11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235440" y="3017520"/>
            <a:ext cx="36576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789920" y="2468880"/>
            <a:ext cx="36576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0" y="2743200"/>
            <a:ext cx="36576" cy="36576"/>
          </a:xfrm>
          <a:prstGeom prst="ellipse">
            <a:avLst/>
          </a:prstGeom>
          <a:solidFill>
            <a:srgbClr val="FFFFFF">
              <a:alpha val="31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754880"/>
            <a:ext cx="36576" cy="36576"/>
          </a:xfrm>
          <a:prstGeom prst="ellipse">
            <a:avLst/>
          </a:prstGeom>
          <a:solidFill>
            <a:srgbClr val="FFFFFF">
              <a:alpha val="23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554480" y="4389120"/>
            <a:ext cx="54864" cy="54864"/>
          </a:xfrm>
          <a:prstGeom prst="ellipse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651760" y="5120640"/>
            <a:ext cx="36576" cy="36576"/>
          </a:xfrm>
          <a:prstGeom prst="ellipse">
            <a:avLst/>
          </a:prstGeom>
          <a:solidFill>
            <a:srgbClr val="FFFFFF">
              <a:alpha val="3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31920" y="4114800"/>
            <a:ext cx="36576" cy="36576"/>
          </a:xfrm>
          <a:prstGeom prst="ellipse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303520" y="4937760"/>
            <a:ext cx="36576" cy="36576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92240" y="4480560"/>
            <a:ext cx="36576" cy="36576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772400" y="530352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052560" y="4663440"/>
            <a:ext cx="36576" cy="36576"/>
          </a:xfrm>
          <a:prstGeom prst="ellipse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241280" y="5212080"/>
            <a:ext cx="36576" cy="3657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521440" y="4206240"/>
            <a:ext cx="36576" cy="36576"/>
          </a:xfrm>
          <a:prstGeom prst="ellipse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22960" y="6217920"/>
            <a:ext cx="54864" cy="54864"/>
          </a:xfrm>
          <a:prstGeom prst="ellipse">
            <a:avLst/>
          </a:prstGeom>
          <a:solidFill>
            <a:srgbClr val="FFFFFF">
              <a:alpha val="31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94560" y="5760720"/>
            <a:ext cx="36576" cy="36576"/>
          </a:xfrm>
          <a:prstGeom prst="ellipse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0" y="6309360"/>
            <a:ext cx="36576" cy="36576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29200" y="5943600"/>
            <a:ext cx="54864" cy="54864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309360" y="6492240"/>
            <a:ext cx="36576" cy="36576"/>
          </a:xfrm>
          <a:prstGeom prst="ellipse">
            <a:avLst/>
          </a:prstGeom>
          <a:solidFill>
            <a:srgbClr val="FFFFFF">
              <a:alpha val="29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589520" y="5669280"/>
            <a:ext cx="36576" cy="36576"/>
          </a:xfrm>
          <a:prstGeom prst="ellipse">
            <a:avLst/>
          </a:prstGeom>
          <a:solidFill>
            <a:srgbClr val="FFFFFF">
              <a:alpha val="11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869680" y="6217920"/>
            <a:ext cx="36576" cy="36576"/>
          </a:xfrm>
          <a:prstGeom prst="ellipse">
            <a:avLst/>
          </a:prstGeom>
          <a:solidFill>
            <a:srgbClr val="FFFFFF">
              <a:alpha val="37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058400" y="5852160"/>
            <a:ext cx="54864" cy="5486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155680" y="6400800"/>
            <a:ext cx="36576" cy="36576"/>
          </a:xfrm>
          <a:prstGeom prst="ellipse">
            <a:avLst/>
          </a:prstGeom>
          <a:solidFill>
            <a:srgbClr val="FFFFFF">
              <a:alpha val="21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DB8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IT LIVE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project right now from any device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1115568"/>
            <a:ext cx="11430000" cy="36576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45" name="Shape 43"/>
          <p:cNvSpPr/>
          <p:nvPr/>
        </p:nvSpPr>
        <p:spPr>
          <a:xfrm>
            <a:off x="914400" y="1298448"/>
            <a:ext cx="10332720" cy="1097280"/>
          </a:xfrm>
          <a:prstGeom prst="rect">
            <a:avLst/>
          </a:prstGeom>
          <a:solidFill>
            <a:srgbClr val="12122A"/>
          </a:solidFill>
          <a:ln w="25400">
            <a:solidFill>
              <a:srgbClr val="FDB813"/>
            </a:solidFill>
            <a:prstDash val="solid"/>
          </a:ln>
          <a:effectLst>
            <a:outerShdw sx="100000" sy="100000" kx="0" ky="0" algn="bl" rotWithShape="0" blurRad="152400" dist="50800" dir="16200000">
              <a:srgbClr val="FDB813">
                <a:alpha val="4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14400" y="1298448"/>
            <a:ext cx="10332720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16200000">
              <a:srgbClr val="FDB813">
                <a:alpha val="4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DB8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ar-solar-system.vercel.app</a:t>
            </a:r>
            <a:endParaRPr lang="en-US" sz="3600" dirty="0"/>
          </a:p>
        </p:txBody>
      </p:sp>
      <p:sp>
        <p:nvSpPr>
          <p:cNvPr id="47" name="Shape 45"/>
          <p:cNvSpPr/>
          <p:nvPr/>
        </p:nvSpPr>
        <p:spPr>
          <a:xfrm>
            <a:off x="1463040" y="2670048"/>
            <a:ext cx="27432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DB81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572768" y="2779776"/>
            <a:ext cx="301752" cy="3017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9" name="Shape 47"/>
          <p:cNvSpPr/>
          <p:nvPr/>
        </p:nvSpPr>
        <p:spPr>
          <a:xfrm>
            <a:off x="1892808" y="2779776"/>
            <a:ext cx="301752" cy="3017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0" name="Shape 48"/>
          <p:cNvSpPr/>
          <p:nvPr/>
        </p:nvSpPr>
        <p:spPr>
          <a:xfrm>
            <a:off x="1572768" y="3099816"/>
            <a:ext cx="301752" cy="3017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1" name="Shape 49"/>
          <p:cNvSpPr/>
          <p:nvPr/>
        </p:nvSpPr>
        <p:spPr>
          <a:xfrm>
            <a:off x="3493008" y="2779776"/>
            <a:ext cx="301752" cy="3017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2" name="Shape 50"/>
          <p:cNvSpPr/>
          <p:nvPr/>
        </p:nvSpPr>
        <p:spPr>
          <a:xfrm>
            <a:off x="3813048" y="2779776"/>
            <a:ext cx="301752" cy="3017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3" name="Shape 51"/>
          <p:cNvSpPr/>
          <p:nvPr/>
        </p:nvSpPr>
        <p:spPr>
          <a:xfrm>
            <a:off x="3813048" y="3099816"/>
            <a:ext cx="301752" cy="3017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4" name="Shape 52"/>
          <p:cNvSpPr/>
          <p:nvPr/>
        </p:nvSpPr>
        <p:spPr>
          <a:xfrm>
            <a:off x="1572768" y="4700016"/>
            <a:ext cx="301752" cy="3017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5" name="Shape 53"/>
          <p:cNvSpPr/>
          <p:nvPr/>
        </p:nvSpPr>
        <p:spPr>
          <a:xfrm>
            <a:off x="1572768" y="5020056"/>
            <a:ext cx="301752" cy="3017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6" name="Shape 54"/>
          <p:cNvSpPr/>
          <p:nvPr/>
        </p:nvSpPr>
        <p:spPr>
          <a:xfrm>
            <a:off x="1892808" y="5020056"/>
            <a:ext cx="301752" cy="3017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7" name="Shape 55"/>
          <p:cNvSpPr/>
          <p:nvPr/>
        </p:nvSpPr>
        <p:spPr>
          <a:xfrm>
            <a:off x="3813048" y="4700016"/>
            <a:ext cx="301752" cy="3017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8" name="Shape 56"/>
          <p:cNvSpPr/>
          <p:nvPr/>
        </p:nvSpPr>
        <p:spPr>
          <a:xfrm>
            <a:off x="3493008" y="5020056"/>
            <a:ext cx="301752" cy="3017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9" name="Shape 57"/>
          <p:cNvSpPr/>
          <p:nvPr/>
        </p:nvSpPr>
        <p:spPr>
          <a:xfrm>
            <a:off x="3813048" y="5020056"/>
            <a:ext cx="301752" cy="3017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0" name="Shape 58"/>
          <p:cNvSpPr/>
          <p:nvPr/>
        </p:nvSpPr>
        <p:spPr>
          <a:xfrm>
            <a:off x="1572768" y="2779776"/>
            <a:ext cx="256032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1" name="Shape 59"/>
          <p:cNvSpPr/>
          <p:nvPr/>
        </p:nvSpPr>
        <p:spPr>
          <a:xfrm>
            <a:off x="2212848" y="2779776"/>
            <a:ext cx="256032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2" name="Shape 60"/>
          <p:cNvSpPr/>
          <p:nvPr/>
        </p:nvSpPr>
        <p:spPr>
          <a:xfrm>
            <a:off x="3172968" y="2779776"/>
            <a:ext cx="256032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3" name="Shape 61"/>
          <p:cNvSpPr/>
          <p:nvPr/>
        </p:nvSpPr>
        <p:spPr>
          <a:xfrm>
            <a:off x="1572768" y="3099816"/>
            <a:ext cx="256032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4" name="Shape 62"/>
          <p:cNvSpPr/>
          <p:nvPr/>
        </p:nvSpPr>
        <p:spPr>
          <a:xfrm>
            <a:off x="2212848" y="3099816"/>
            <a:ext cx="256032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5" name="Shape 63"/>
          <p:cNvSpPr/>
          <p:nvPr/>
        </p:nvSpPr>
        <p:spPr>
          <a:xfrm>
            <a:off x="2532888" y="3099816"/>
            <a:ext cx="256032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6" name="Shape 64"/>
          <p:cNvSpPr/>
          <p:nvPr/>
        </p:nvSpPr>
        <p:spPr>
          <a:xfrm>
            <a:off x="2852928" y="3099816"/>
            <a:ext cx="256032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7" name="Shape 65"/>
          <p:cNvSpPr/>
          <p:nvPr/>
        </p:nvSpPr>
        <p:spPr>
          <a:xfrm>
            <a:off x="3172968" y="3099816"/>
            <a:ext cx="256032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8" name="Shape 66"/>
          <p:cNvSpPr/>
          <p:nvPr/>
        </p:nvSpPr>
        <p:spPr>
          <a:xfrm>
            <a:off x="3493008" y="3099816"/>
            <a:ext cx="256032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9" name="Shape 67"/>
          <p:cNvSpPr/>
          <p:nvPr/>
        </p:nvSpPr>
        <p:spPr>
          <a:xfrm>
            <a:off x="1572768" y="3419856"/>
            <a:ext cx="256032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0" name="Shape 68"/>
          <p:cNvSpPr/>
          <p:nvPr/>
        </p:nvSpPr>
        <p:spPr>
          <a:xfrm>
            <a:off x="1892808" y="3419856"/>
            <a:ext cx="256032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1" name="Shape 69"/>
          <p:cNvSpPr/>
          <p:nvPr/>
        </p:nvSpPr>
        <p:spPr>
          <a:xfrm>
            <a:off x="2212848" y="3419856"/>
            <a:ext cx="256032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2" name="Shape 70"/>
          <p:cNvSpPr/>
          <p:nvPr/>
        </p:nvSpPr>
        <p:spPr>
          <a:xfrm>
            <a:off x="3172968" y="3419856"/>
            <a:ext cx="256032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13048" y="3419856"/>
            <a:ext cx="256032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4" name="Shape 72"/>
          <p:cNvSpPr/>
          <p:nvPr/>
        </p:nvSpPr>
        <p:spPr>
          <a:xfrm>
            <a:off x="1572768" y="3739896"/>
            <a:ext cx="256032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5" name="Shape 73"/>
          <p:cNvSpPr/>
          <p:nvPr/>
        </p:nvSpPr>
        <p:spPr>
          <a:xfrm>
            <a:off x="1892808" y="3739896"/>
            <a:ext cx="256032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6" name="Shape 74"/>
          <p:cNvSpPr/>
          <p:nvPr/>
        </p:nvSpPr>
        <p:spPr>
          <a:xfrm>
            <a:off x="3172968" y="3739896"/>
            <a:ext cx="256032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13048" y="3739896"/>
            <a:ext cx="256032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8" name="Shape 76"/>
          <p:cNvSpPr/>
          <p:nvPr/>
        </p:nvSpPr>
        <p:spPr>
          <a:xfrm>
            <a:off x="1572768" y="4059936"/>
            <a:ext cx="256032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9" name="Shape 77"/>
          <p:cNvSpPr/>
          <p:nvPr/>
        </p:nvSpPr>
        <p:spPr>
          <a:xfrm>
            <a:off x="2532888" y="4059936"/>
            <a:ext cx="256032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0" name="Shape 78"/>
          <p:cNvSpPr/>
          <p:nvPr/>
        </p:nvSpPr>
        <p:spPr>
          <a:xfrm>
            <a:off x="1572768" y="4379976"/>
            <a:ext cx="256032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1" name="Shape 79"/>
          <p:cNvSpPr/>
          <p:nvPr/>
        </p:nvSpPr>
        <p:spPr>
          <a:xfrm>
            <a:off x="1892808" y="4379976"/>
            <a:ext cx="256032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2" name="Shape 80"/>
          <p:cNvSpPr/>
          <p:nvPr/>
        </p:nvSpPr>
        <p:spPr>
          <a:xfrm>
            <a:off x="2212848" y="4379976"/>
            <a:ext cx="256032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3" name="Shape 81"/>
          <p:cNvSpPr/>
          <p:nvPr/>
        </p:nvSpPr>
        <p:spPr>
          <a:xfrm>
            <a:off x="3813048" y="4379976"/>
            <a:ext cx="256032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4" name="Shape 82"/>
          <p:cNvSpPr/>
          <p:nvPr/>
        </p:nvSpPr>
        <p:spPr>
          <a:xfrm>
            <a:off x="1572768" y="4700016"/>
            <a:ext cx="256032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5" name="Shape 83"/>
          <p:cNvSpPr/>
          <p:nvPr/>
        </p:nvSpPr>
        <p:spPr>
          <a:xfrm>
            <a:off x="2532888" y="4700016"/>
            <a:ext cx="256032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6" name="Shape 84"/>
          <p:cNvSpPr/>
          <p:nvPr/>
        </p:nvSpPr>
        <p:spPr>
          <a:xfrm>
            <a:off x="2852928" y="4700016"/>
            <a:ext cx="256032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7" name="Shape 85"/>
          <p:cNvSpPr/>
          <p:nvPr/>
        </p:nvSpPr>
        <p:spPr>
          <a:xfrm>
            <a:off x="2532888" y="5020056"/>
            <a:ext cx="256032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8" name="Shape 86"/>
          <p:cNvSpPr/>
          <p:nvPr/>
        </p:nvSpPr>
        <p:spPr>
          <a:xfrm>
            <a:off x="3172968" y="5020056"/>
            <a:ext cx="256032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9" name="Shape 87"/>
          <p:cNvSpPr/>
          <p:nvPr/>
        </p:nvSpPr>
        <p:spPr>
          <a:xfrm>
            <a:off x="3493008" y="5020056"/>
            <a:ext cx="256032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0" name="Text 88"/>
          <p:cNvSpPr/>
          <p:nvPr/>
        </p:nvSpPr>
        <p:spPr>
          <a:xfrm>
            <a:off x="1463040" y="50932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1280160" y="54589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open on your phone</a:t>
            </a:r>
            <a:endParaRPr lang="en-US" sz="1300" dirty="0"/>
          </a:p>
        </p:txBody>
      </p:sp>
      <p:sp>
        <p:nvSpPr>
          <p:cNvPr id="92" name="Text 90"/>
          <p:cNvSpPr/>
          <p:nvPr/>
        </p:nvSpPr>
        <p:spPr>
          <a:xfrm>
            <a:off x="5029200" y="2670048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D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Pipeline</a:t>
            </a:r>
            <a:endParaRPr lang="en-US" sz="1800" dirty="0"/>
          </a:p>
        </p:txBody>
      </p:sp>
      <p:sp>
        <p:nvSpPr>
          <p:cNvPr id="93" name="Shape 91"/>
          <p:cNvSpPr/>
          <p:nvPr/>
        </p:nvSpPr>
        <p:spPr>
          <a:xfrm>
            <a:off x="5029200" y="3218688"/>
            <a:ext cx="6675120" cy="658368"/>
          </a:xfrm>
          <a:prstGeom prst="rect">
            <a:avLst/>
          </a:prstGeom>
          <a:solidFill>
            <a:srgbClr val="12122A"/>
          </a:solidFill>
          <a:ln w="12700">
            <a:solidFill>
              <a:srgbClr val="AAAAA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5029200" y="3218688"/>
            <a:ext cx="109728" cy="658368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95" name="Shape 93"/>
          <p:cNvSpPr/>
          <p:nvPr/>
        </p:nvSpPr>
        <p:spPr>
          <a:xfrm>
            <a:off x="5230368" y="3328416"/>
            <a:ext cx="420624" cy="420624"/>
          </a:xfrm>
          <a:prstGeom prst="ellipse">
            <a:avLst/>
          </a:prstGeom>
          <a:solidFill>
            <a:srgbClr val="AAAAAA">
              <a:alpha val="75000"/>
            </a:srgbClr>
          </a:solidFill>
          <a:ln/>
        </p:spPr>
      </p:sp>
      <p:sp>
        <p:nvSpPr>
          <p:cNvPr id="96" name="Text 94"/>
          <p:cNvSpPr/>
          <p:nvPr/>
        </p:nvSpPr>
        <p:spPr>
          <a:xfrm>
            <a:off x="5230368" y="33284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97" name="Text 95"/>
          <p:cNvSpPr/>
          <p:nvPr/>
        </p:nvSpPr>
        <p:spPr>
          <a:xfrm>
            <a:off x="5779008" y="326440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Repository</a:t>
            </a:r>
            <a:endParaRPr lang="en-US" sz="1300" dirty="0"/>
          </a:p>
        </p:txBody>
      </p:sp>
      <p:sp>
        <p:nvSpPr>
          <p:cNvPr id="98" name="Text 96"/>
          <p:cNvSpPr/>
          <p:nvPr/>
        </p:nvSpPr>
        <p:spPr>
          <a:xfrm>
            <a:off x="5779008" y="356616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&amp; version control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8046720" y="387705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DB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5029200" y="4023360"/>
            <a:ext cx="6675120" cy="658368"/>
          </a:xfrm>
          <a:prstGeom prst="rect">
            <a:avLst/>
          </a:prstGeom>
          <a:solidFill>
            <a:srgbClr val="12122A"/>
          </a:solidFill>
          <a:ln w="12700">
            <a:solidFill>
              <a:srgbClr val="FDB81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101" name="Shape 99"/>
          <p:cNvSpPr/>
          <p:nvPr/>
        </p:nvSpPr>
        <p:spPr>
          <a:xfrm>
            <a:off x="5029200" y="4023360"/>
            <a:ext cx="109728" cy="658368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230368" y="4133088"/>
            <a:ext cx="420624" cy="420624"/>
          </a:xfrm>
          <a:prstGeom prst="ellipse">
            <a:avLst/>
          </a:prstGeom>
          <a:solidFill>
            <a:srgbClr val="FDB813">
              <a:alpha val="75000"/>
            </a:srgbClr>
          </a:solidFill>
          <a:ln/>
        </p:spPr>
      </p:sp>
      <p:sp>
        <p:nvSpPr>
          <p:cNvPr id="103" name="Text 101"/>
          <p:cNvSpPr/>
          <p:nvPr/>
        </p:nvSpPr>
        <p:spPr>
          <a:xfrm>
            <a:off x="5230368" y="41330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04" name="Text 102"/>
          <p:cNvSpPr/>
          <p:nvPr/>
        </p:nvSpPr>
        <p:spPr>
          <a:xfrm>
            <a:off x="5779008" y="40690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B8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Push</a:t>
            </a:r>
            <a:endParaRPr lang="en-US" sz="1300" dirty="0"/>
          </a:p>
        </p:txBody>
      </p:sp>
      <p:sp>
        <p:nvSpPr>
          <p:cNvPr id="105" name="Text 103"/>
          <p:cNvSpPr/>
          <p:nvPr/>
        </p:nvSpPr>
        <p:spPr>
          <a:xfrm>
            <a:off x="5779008" y="4370832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triggers auto-deploy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>
            <a:off x="8046720" y="4681728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DB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5029200" y="4828032"/>
            <a:ext cx="6675120" cy="658368"/>
          </a:xfrm>
          <a:prstGeom prst="rect">
            <a:avLst/>
          </a:prstGeom>
          <a:solidFill>
            <a:srgbClr val="12122A"/>
          </a:solidFill>
          <a:ln w="12700">
            <a:solidFill>
              <a:srgbClr val="7DE8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108" name="Shape 106"/>
          <p:cNvSpPr/>
          <p:nvPr/>
        </p:nvSpPr>
        <p:spPr>
          <a:xfrm>
            <a:off x="5029200" y="4828032"/>
            <a:ext cx="109728" cy="658368"/>
          </a:xfrm>
          <a:prstGeom prst="rect">
            <a:avLst/>
          </a:prstGeom>
          <a:solidFill>
            <a:srgbClr val="7DE8FF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230368" y="4937760"/>
            <a:ext cx="420624" cy="420624"/>
          </a:xfrm>
          <a:prstGeom prst="ellipse">
            <a:avLst/>
          </a:prstGeom>
          <a:solidFill>
            <a:srgbClr val="7DE8FF">
              <a:alpha val="75000"/>
            </a:srgbClr>
          </a:solidFill>
          <a:ln/>
        </p:spPr>
      </p:sp>
      <p:sp>
        <p:nvSpPr>
          <p:cNvPr id="110" name="Text 108"/>
          <p:cNvSpPr/>
          <p:nvPr/>
        </p:nvSpPr>
        <p:spPr>
          <a:xfrm>
            <a:off x="5230368" y="49377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11" name="Text 109"/>
          <p:cNvSpPr/>
          <p:nvPr/>
        </p:nvSpPr>
        <p:spPr>
          <a:xfrm>
            <a:off x="5779008" y="487375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Vercel Build</a:t>
            </a:r>
            <a:endParaRPr lang="en-US" sz="1300" dirty="0"/>
          </a:p>
        </p:txBody>
      </p:sp>
      <p:sp>
        <p:nvSpPr>
          <p:cNvPr id="112" name="Text 110"/>
          <p:cNvSpPr/>
          <p:nvPr/>
        </p:nvSpPr>
        <p:spPr>
          <a:xfrm>
            <a:off x="5779008" y="5175504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CI/CD build pipeline</a:t>
            </a:r>
            <a:endParaRPr lang="en-US" sz="1000" dirty="0"/>
          </a:p>
        </p:txBody>
      </p:sp>
      <p:sp>
        <p:nvSpPr>
          <p:cNvPr id="113" name="Text 111"/>
          <p:cNvSpPr/>
          <p:nvPr/>
        </p:nvSpPr>
        <p:spPr>
          <a:xfrm>
            <a:off x="8046720" y="548640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DB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5029200" y="5632704"/>
            <a:ext cx="6675120" cy="658368"/>
          </a:xfrm>
          <a:prstGeom prst="rect">
            <a:avLst/>
          </a:prstGeom>
          <a:solidFill>
            <a:srgbClr val="12122A"/>
          </a:solidFill>
          <a:ln w="12700">
            <a:solidFill>
              <a:srgbClr val="FDB81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5029200" y="5632704"/>
            <a:ext cx="109728" cy="658368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230368" y="5742432"/>
            <a:ext cx="420624" cy="420624"/>
          </a:xfrm>
          <a:prstGeom prst="ellipse">
            <a:avLst/>
          </a:prstGeom>
          <a:solidFill>
            <a:srgbClr val="FDB813">
              <a:alpha val="75000"/>
            </a:srgbClr>
          </a:solidFill>
          <a:ln/>
        </p:spPr>
      </p:sp>
      <p:sp>
        <p:nvSpPr>
          <p:cNvPr id="117" name="Text 115"/>
          <p:cNvSpPr/>
          <p:nvPr/>
        </p:nvSpPr>
        <p:spPr>
          <a:xfrm>
            <a:off x="5230368" y="57424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18" name="Text 116"/>
          <p:cNvSpPr/>
          <p:nvPr/>
        </p:nvSpPr>
        <p:spPr>
          <a:xfrm>
            <a:off x="5779008" y="567842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B8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CDN</a:t>
            </a:r>
            <a:endParaRPr lang="en-US" sz="1300" dirty="0"/>
          </a:p>
        </p:txBody>
      </p:sp>
      <p:sp>
        <p:nvSpPr>
          <p:cNvPr id="119" name="Text 117"/>
          <p:cNvSpPr/>
          <p:nvPr/>
        </p:nvSpPr>
        <p:spPr>
          <a:xfrm>
            <a:off x="5779008" y="5980176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50+ edge locations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54864" cy="54864"/>
          </a:xfrm>
          <a:prstGeom prst="ellipse">
            <a:avLst/>
          </a:prstGeom>
          <a:solidFill>
            <a:srgbClr val="FFFFFF">
              <a:alpha val="3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100584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0"/>
            <a:ext cx="36576" cy="36576"/>
          </a:xfrm>
          <a:prstGeom prst="ellipse">
            <a:avLst/>
          </a:prstGeom>
          <a:solidFill>
            <a:srgbClr val="FFFFFF">
              <a:alpha val="3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74720" y="1371600"/>
            <a:ext cx="36576" cy="36576"/>
          </a:xfrm>
          <a:prstGeom prst="ellipse">
            <a:avLst/>
          </a:prstGeom>
          <a:solidFill>
            <a:srgbClr val="FFFFFF">
              <a:alpha val="1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274320"/>
            <a:ext cx="36576" cy="36576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69280" y="822960"/>
            <a:ext cx="54864" cy="54864"/>
          </a:xfrm>
          <a:prstGeom prst="ellipse">
            <a:avLst/>
          </a:prstGeom>
          <a:solidFill>
            <a:srgbClr val="FFFFFF">
              <a:alpha val="29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32320" y="457200"/>
            <a:ext cx="36576" cy="36576"/>
          </a:xfrm>
          <a:prstGeom prst="ellipse">
            <a:avLst/>
          </a:prstGeom>
          <a:solidFill>
            <a:srgbClr val="FFFFFF">
              <a:alpha val="21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321040" y="1097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418320" y="640080"/>
            <a:ext cx="54864" cy="54864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0" y="1188720"/>
            <a:ext cx="54864" cy="54864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704320" y="365760"/>
            <a:ext cx="36576" cy="36576"/>
          </a:xfrm>
          <a:prstGeom prst="ellipse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1920240"/>
            <a:ext cx="54864" cy="54864"/>
          </a:xfrm>
          <a:prstGeom prst="ellipse">
            <a:avLst/>
          </a:prstGeom>
          <a:solidFill>
            <a:srgbClr val="FFFFFF">
              <a:alpha val="2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737360" y="3108960"/>
            <a:ext cx="54864" cy="54864"/>
          </a:xfrm>
          <a:prstGeom prst="ellipse">
            <a:avLst/>
          </a:prstGeom>
          <a:solidFill>
            <a:srgbClr val="FFFFFF">
              <a:alpha val="4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926080" y="2560320"/>
            <a:ext cx="54864" cy="54864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206240" y="2834640"/>
            <a:ext cx="36576" cy="36576"/>
          </a:xfrm>
          <a:prstGeom prst="ellipse">
            <a:avLst/>
          </a:prstGeom>
          <a:solidFill>
            <a:srgbClr val="FFFFFF">
              <a:alpha val="39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77840" y="2286000"/>
            <a:ext cx="36576" cy="3657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75120" y="274320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046720" y="210312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235440" y="3017520"/>
            <a:ext cx="36576" cy="36576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789920" y="2468880"/>
            <a:ext cx="36576" cy="36576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0" y="2743200"/>
            <a:ext cx="36576" cy="36576"/>
          </a:xfrm>
          <a:prstGeom prst="ellipse">
            <a:avLst/>
          </a:prstGeom>
          <a:solidFill>
            <a:srgbClr val="FFFFFF">
              <a:alpha val="43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754880"/>
            <a:ext cx="36576" cy="36576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554480" y="4389120"/>
            <a:ext cx="54864" cy="5486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651760" y="512064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31920" y="4114800"/>
            <a:ext cx="36576" cy="36576"/>
          </a:xfrm>
          <a:prstGeom prst="ellipse">
            <a:avLst/>
          </a:prstGeom>
          <a:solidFill>
            <a:srgbClr val="FFFFFF">
              <a:alpha val="39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303520" y="4937760"/>
            <a:ext cx="36576" cy="3657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92240" y="44805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772400" y="5303520"/>
            <a:ext cx="36576" cy="36576"/>
          </a:xfrm>
          <a:prstGeom prst="ellipse">
            <a:avLst/>
          </a:prstGeom>
          <a:solidFill>
            <a:srgbClr val="FFFFFF">
              <a:alpha val="27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052560" y="4663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241280" y="5212080"/>
            <a:ext cx="36576" cy="36576"/>
          </a:xfrm>
          <a:prstGeom prst="ellipse">
            <a:avLst/>
          </a:prstGeom>
          <a:solidFill>
            <a:srgbClr val="FFFFFF">
              <a:alpha val="26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521440" y="4206240"/>
            <a:ext cx="36576" cy="36576"/>
          </a:xfrm>
          <a:prstGeom prst="ellipse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22960" y="6217920"/>
            <a:ext cx="36576" cy="36576"/>
          </a:xfrm>
          <a:prstGeom prst="ellipse">
            <a:avLst/>
          </a:prstGeom>
          <a:solidFill>
            <a:srgbClr val="FFFFFF">
              <a:alpha val="31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94560" y="5760720"/>
            <a:ext cx="36576" cy="36576"/>
          </a:xfrm>
          <a:prstGeom prst="ellipse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0" y="6309360"/>
            <a:ext cx="54864" cy="54864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29200" y="5943600"/>
            <a:ext cx="36576" cy="36576"/>
          </a:xfrm>
          <a:prstGeom prst="ellipse">
            <a:avLst/>
          </a:prstGeom>
          <a:solidFill>
            <a:srgbClr val="FFFFFF">
              <a:alpha val="4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309360" y="6492240"/>
            <a:ext cx="36576" cy="36576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589520" y="5669280"/>
            <a:ext cx="36576" cy="36576"/>
          </a:xfrm>
          <a:prstGeom prst="ellipse">
            <a:avLst/>
          </a:prstGeom>
          <a:solidFill>
            <a:srgbClr val="FFFFFF">
              <a:alpha val="31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869680" y="6217920"/>
            <a:ext cx="36576" cy="36576"/>
          </a:xfrm>
          <a:prstGeom prst="ellipse">
            <a:avLst/>
          </a:prstGeom>
          <a:solidFill>
            <a:srgbClr val="FFFFFF">
              <a:alpha val="33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058400" y="5852160"/>
            <a:ext cx="36576" cy="36576"/>
          </a:xfrm>
          <a:prstGeom prst="ellipse">
            <a:avLst/>
          </a:prstGeom>
          <a:solidFill>
            <a:srgbClr val="FFFFFF">
              <a:alpha val="26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155680" y="6400800"/>
            <a:ext cx="54864" cy="54864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200400" y="2286000"/>
            <a:ext cx="8229600" cy="6400800"/>
          </a:xfrm>
          <a:prstGeom prst="ellipse">
            <a:avLst/>
          </a:prstGeom>
          <a:solidFill>
            <a:srgbClr val="FDB813">
              <a:alpha val="3000"/>
            </a:srgbClr>
          </a:solidFill>
          <a:ln w="6350">
            <a:solidFill>
              <a:srgbClr val="FDB813">
                <a:alpha val="1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0" y="2743200"/>
            <a:ext cx="6400800" cy="5029200"/>
          </a:xfrm>
          <a:prstGeom prst="ellipse">
            <a:avLst/>
          </a:prstGeom>
          <a:solidFill>
            <a:srgbClr val="7DE8FF">
              <a:alpha val="3000"/>
            </a:srgbClr>
          </a:solidFill>
          <a:ln w="6350">
            <a:solidFill>
              <a:srgbClr val="7DE8FF">
                <a:alpha val="1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20640" y="3474720"/>
            <a:ext cx="1828800" cy="1828800"/>
          </a:xfrm>
          <a:prstGeom prst="ellipse">
            <a:avLst/>
          </a:prstGeom>
          <a:solidFill>
            <a:srgbClr val="FDB813">
              <a:alpha val="12000"/>
            </a:srgbClr>
          </a:solidFill>
          <a:ln w="19050">
            <a:solidFill>
              <a:srgbClr val="FDB813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16200000">
              <a:srgbClr val="FDB813">
                <a:alpha val="4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572000" y="3291840"/>
            <a:ext cx="2926080" cy="1170432"/>
          </a:xfrm>
          <a:prstGeom prst="ellipse">
            <a:avLst/>
          </a:prstGeom>
          <a:ln w="12700">
            <a:solidFill>
              <a:srgbClr val="FDB813">
                <a:alpha val="22000"/>
              </a:srgbClr>
            </a:solidFill>
            <a:prstDash val="lgDash"/>
          </a:ln>
        </p:spPr>
      </p:sp>
      <p:sp>
        <p:nvSpPr>
          <p:cNvPr id="46" name="Shape 44"/>
          <p:cNvSpPr/>
          <p:nvPr/>
        </p:nvSpPr>
        <p:spPr>
          <a:xfrm>
            <a:off x="3840480" y="2560320"/>
            <a:ext cx="4389120" cy="1755648"/>
          </a:xfrm>
          <a:prstGeom prst="ellipse">
            <a:avLst/>
          </a:prstGeom>
          <a:ln w="12700">
            <a:solidFill>
              <a:srgbClr val="7DE8FF">
                <a:alpha val="16000"/>
              </a:srgbClr>
            </a:solidFill>
            <a:prstDash val="lgDash"/>
          </a:ln>
        </p:spPr>
      </p:sp>
      <p:sp>
        <p:nvSpPr>
          <p:cNvPr id="47" name="Shape 45"/>
          <p:cNvSpPr/>
          <p:nvPr/>
        </p:nvSpPr>
        <p:spPr>
          <a:xfrm>
            <a:off x="3108960" y="1828800"/>
            <a:ext cx="5852160" cy="2340864"/>
          </a:xfrm>
          <a:prstGeom prst="ellipse">
            <a:avLst/>
          </a:prstGeom>
          <a:ln w="12700">
            <a:solidFill>
              <a:srgbClr val="FDB813">
                <a:alpha val="12000"/>
              </a:srgbClr>
            </a:solidFill>
            <a:prstDash val="lgDash"/>
          </a:ln>
        </p:spPr>
      </p:sp>
      <p:sp>
        <p:nvSpPr>
          <p:cNvPr id="48" name="Text 46"/>
          <p:cNvSpPr/>
          <p:nvPr/>
        </p:nvSpPr>
        <p:spPr>
          <a:xfrm>
            <a:off x="365760" y="731520"/>
            <a:ext cx="11430000" cy="118872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9" name="Shape 47"/>
          <p:cNvSpPr/>
          <p:nvPr/>
        </p:nvSpPr>
        <p:spPr>
          <a:xfrm>
            <a:off x="1828800" y="1874520"/>
            <a:ext cx="8503920" cy="36576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50" name="Text 48"/>
          <p:cNvSpPr/>
          <p:nvPr/>
        </p:nvSpPr>
        <p:spPr>
          <a:xfrm>
            <a:off x="365760" y="2011680"/>
            <a:ext cx="1143000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16200000">
              <a:srgbClr val="FDB813">
                <a:alpha val="4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DB8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System AR Explorer</a:t>
            </a:r>
            <a:endParaRPr lang="en-US" sz="2800" dirty="0"/>
          </a:p>
        </p:txBody>
      </p:sp>
      <p:sp>
        <p:nvSpPr>
          <p:cNvPr id="51" name="Text 49"/>
          <p:cNvSpPr/>
          <p:nvPr/>
        </p:nvSpPr>
        <p:spPr>
          <a:xfrm>
            <a:off x="365760" y="260604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3D &amp; Augmented Reality Web Experience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2286000" y="3127248"/>
            <a:ext cx="7589520" cy="36576"/>
          </a:xfrm>
          <a:prstGeom prst="rect">
            <a:avLst/>
          </a:prstGeom>
          <a:solidFill>
            <a:srgbClr val="7DE8FF"/>
          </a:solidFill>
          <a:ln/>
        </p:spPr>
      </p:sp>
      <p:sp>
        <p:nvSpPr>
          <p:cNvPr id="53" name="Text 51"/>
          <p:cNvSpPr/>
          <p:nvPr/>
        </p:nvSpPr>
        <p:spPr>
          <a:xfrm>
            <a:off x="2286000" y="3246120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space exploration to your living room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2286000" y="3776472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WebXR makes AR accessible on any modern smartphone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2286000" y="4306824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with open-source web technologies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2286000" y="4919472"/>
            <a:ext cx="7589520" cy="36576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57" name="Text 55"/>
          <p:cNvSpPr/>
          <p:nvPr/>
        </p:nvSpPr>
        <p:spPr>
          <a:xfrm>
            <a:off x="365760" y="50749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Ashwin S  ·  Argho Kumar  ·  Ankur Goswami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365760" y="546811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u="sng" dirty="0">
                <a:solidFill>
                  <a:srgbClr val="FDB813"/>
                </a:solidFill>
                <a:uFill>
                  <a:solidFill>
                    <a:srgbClr val="FDB813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ar-solar-system.vercel.app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365760" y="63093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Project  ·  2024  ·  Web Technologies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2026-03-12T19:40:58Z</dcterms:created>
  <dcterms:modified xsi:type="dcterms:W3CDTF">2026-03-12T19:40:58Z</dcterms:modified>
</cp:coreProperties>
</file>